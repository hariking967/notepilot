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525000" cy="5359400"/>
  <p:notesSz cx="9525000" cy="5359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4375" y="1661414"/>
            <a:ext cx="8096250" cy="11254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28750" y="3001264"/>
            <a:ext cx="6667500" cy="1339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76250" y="1232662"/>
            <a:ext cx="4143375" cy="3537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905375" y="1232662"/>
            <a:ext cx="4143375" cy="3537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66"/>
            <a:ext cx="9525000" cy="5353050"/>
          </a:xfrm>
          <a:custGeom>
            <a:avLst/>
            <a:gdLst/>
            <a:ahLst/>
            <a:cxnLst/>
            <a:rect l="l" t="t" r="r" b="b"/>
            <a:pathLst>
              <a:path w="9525000" h="5353050">
                <a:moveTo>
                  <a:pt x="9525" y="0"/>
                </a:moveTo>
                <a:lnTo>
                  <a:pt x="0" y="0"/>
                </a:lnTo>
                <a:lnTo>
                  <a:pt x="0" y="5353050"/>
                </a:lnTo>
                <a:lnTo>
                  <a:pt x="9525" y="5353050"/>
                </a:lnTo>
                <a:lnTo>
                  <a:pt x="9525" y="0"/>
                </a:lnTo>
                <a:close/>
              </a:path>
              <a:path w="9525000" h="5353050">
                <a:moveTo>
                  <a:pt x="9524987" y="0"/>
                </a:moveTo>
                <a:lnTo>
                  <a:pt x="9515475" y="0"/>
                </a:lnTo>
                <a:lnTo>
                  <a:pt x="9515475" y="5353050"/>
                </a:lnTo>
                <a:lnTo>
                  <a:pt x="9524987" y="5353050"/>
                </a:lnTo>
                <a:lnTo>
                  <a:pt x="9524987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250" y="214376"/>
            <a:ext cx="8572500" cy="857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250" y="1232662"/>
            <a:ext cx="8572500" cy="3537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040035" y="4893895"/>
            <a:ext cx="1443989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AAAA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76250" y="4984242"/>
            <a:ext cx="2190750" cy="26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858000" y="4984242"/>
            <a:ext cx="2190750" cy="26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support.scribd.com/hc/articles/210129366-Privacy-policy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hyperlink" Target="https://support.scribd.com/hc/articles/210129366-Privacy-policy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support.scribd.com/hc/articles/210129366-Privacy-policy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hyperlink" Target="https://support.scribd.com/hc/articles/210129366-Privacy-policy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hyperlink" Target="https://support.scribd.com/hc/articles/210129366-Privacy-policy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hyperlink" Target="https://support.scribd.com/hc/articles/210129366-Privacy-policy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hyperlink" Target="https://support.scribd.com/hc/articles/210129366-Privacy-policy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15475" y="5353051"/>
            <a:ext cx="9525" cy="635"/>
          </a:xfrm>
          <a:custGeom>
            <a:avLst/>
            <a:gdLst/>
            <a:ahLst/>
            <a:cxnLst/>
            <a:rect l="l" t="t" r="r" b="b"/>
            <a:pathLst>
              <a:path w="9525" h="635">
                <a:moveTo>
                  <a:pt x="0" y="253"/>
                </a:moveTo>
                <a:lnTo>
                  <a:pt x="9524" y="253"/>
                </a:lnTo>
                <a:lnTo>
                  <a:pt x="9524" y="0"/>
                </a:lnTo>
                <a:lnTo>
                  <a:pt x="0" y="0"/>
                </a:lnTo>
                <a:lnTo>
                  <a:pt x="0" y="253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515475" y="254"/>
            <a:ext cx="9525" cy="219075"/>
          </a:xfrm>
          <a:custGeom>
            <a:avLst/>
            <a:gdLst/>
            <a:ahLst/>
            <a:cxnLst/>
            <a:rect l="l" t="t" r="r" b="b"/>
            <a:pathLst>
              <a:path w="9525" h="219075">
                <a:moveTo>
                  <a:pt x="0" y="218821"/>
                </a:moveTo>
                <a:lnTo>
                  <a:pt x="9524" y="218821"/>
                </a:lnTo>
                <a:lnTo>
                  <a:pt x="9524" y="0"/>
                </a:lnTo>
                <a:lnTo>
                  <a:pt x="0" y="0"/>
                </a:lnTo>
                <a:lnTo>
                  <a:pt x="0" y="218821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353051"/>
            <a:ext cx="9525" cy="635"/>
          </a:xfrm>
          <a:custGeom>
            <a:avLst/>
            <a:gdLst/>
            <a:ahLst/>
            <a:cxnLst/>
            <a:rect l="l" t="t" r="r" b="b"/>
            <a:pathLst>
              <a:path w="9525" h="635">
                <a:moveTo>
                  <a:pt x="0" y="253"/>
                </a:moveTo>
                <a:lnTo>
                  <a:pt x="9525" y="253"/>
                </a:lnTo>
                <a:lnTo>
                  <a:pt x="9525" y="0"/>
                </a:lnTo>
                <a:lnTo>
                  <a:pt x="0" y="0"/>
                </a:lnTo>
                <a:lnTo>
                  <a:pt x="0" y="253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0" y="254"/>
            <a:ext cx="9525000" cy="5358130"/>
            <a:chOff x="0" y="254"/>
            <a:chExt cx="9525000" cy="5358130"/>
          </a:xfrm>
        </p:grpSpPr>
        <p:sp>
          <p:nvSpPr>
            <p:cNvPr id="6" name="object 6" descr=""/>
            <p:cNvSpPr/>
            <p:nvPr/>
          </p:nvSpPr>
          <p:spPr>
            <a:xfrm>
              <a:off x="0" y="254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218821"/>
                  </a:moveTo>
                  <a:lnTo>
                    <a:pt x="9525" y="218821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1882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3" y="76198"/>
              <a:ext cx="9511230" cy="528213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07668" y="181804"/>
              <a:ext cx="696946" cy="78142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7412" y="340202"/>
              <a:ext cx="929267" cy="48575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0" y="219076"/>
              <a:ext cx="9525000" cy="5133975"/>
            </a:xfrm>
            <a:custGeom>
              <a:avLst/>
              <a:gdLst/>
              <a:ahLst/>
              <a:cxnLst/>
              <a:rect l="l" t="t" r="r" b="b"/>
              <a:pathLst>
                <a:path w="9525000" h="5133975">
                  <a:moveTo>
                    <a:pt x="9525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525000" y="513397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17532" y="1724025"/>
              <a:ext cx="359410" cy="9525"/>
            </a:xfrm>
            <a:custGeom>
              <a:avLst/>
              <a:gdLst/>
              <a:ahLst/>
              <a:cxnLst/>
              <a:rect l="l" t="t" r="r" b="b"/>
              <a:pathLst>
                <a:path w="359410" h="9525">
                  <a:moveTo>
                    <a:pt x="359092" y="0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2900" y="9525"/>
                  </a:lnTo>
                  <a:lnTo>
                    <a:pt x="359092" y="9525"/>
                  </a:lnTo>
                  <a:lnTo>
                    <a:pt x="359092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76238"/>
                  </a:lnTo>
                  <a:lnTo>
                    <a:pt x="0" y="380658"/>
                  </a:lnTo>
                  <a:lnTo>
                    <a:pt x="28917" y="409576"/>
                  </a:lnTo>
                  <a:lnTo>
                    <a:pt x="7333907" y="409576"/>
                  </a:lnTo>
                  <a:lnTo>
                    <a:pt x="7362825" y="380658"/>
                  </a:lnTo>
                  <a:lnTo>
                    <a:pt x="7362825" y="28917"/>
                  </a:lnTo>
                  <a:lnTo>
                    <a:pt x="7338161" y="83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8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34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38"/>
                  </a:lnTo>
                  <a:lnTo>
                    <a:pt x="7342238" y="2540"/>
                  </a:lnTo>
                  <a:lnTo>
                    <a:pt x="7346327" y="4229"/>
                  </a:lnTo>
                  <a:lnTo>
                    <a:pt x="7349934" y="6642"/>
                  </a:lnTo>
                  <a:lnTo>
                    <a:pt x="7353058" y="9766"/>
                  </a:lnTo>
                  <a:lnTo>
                    <a:pt x="7356183" y="12890"/>
                  </a:lnTo>
                  <a:lnTo>
                    <a:pt x="7358596" y="16497"/>
                  </a:lnTo>
                  <a:lnTo>
                    <a:pt x="7360285" y="20574"/>
                  </a:lnTo>
                  <a:lnTo>
                    <a:pt x="7361974" y="24663"/>
                  </a:lnTo>
                  <a:lnTo>
                    <a:pt x="7362825" y="28917"/>
                  </a:lnTo>
                  <a:lnTo>
                    <a:pt x="7362825" y="33337"/>
                  </a:lnTo>
                  <a:lnTo>
                    <a:pt x="7362825" y="376238"/>
                  </a:lnTo>
                  <a:lnTo>
                    <a:pt x="7362825" y="380658"/>
                  </a:lnTo>
                  <a:lnTo>
                    <a:pt x="7361974" y="384910"/>
                  </a:lnTo>
                  <a:lnTo>
                    <a:pt x="7360285" y="388993"/>
                  </a:lnTo>
                  <a:lnTo>
                    <a:pt x="7358596" y="393080"/>
                  </a:lnTo>
                  <a:lnTo>
                    <a:pt x="7356183" y="396681"/>
                  </a:lnTo>
                  <a:lnTo>
                    <a:pt x="7353058" y="399807"/>
                  </a:lnTo>
                  <a:lnTo>
                    <a:pt x="7349934" y="402937"/>
                  </a:lnTo>
                  <a:lnTo>
                    <a:pt x="7346327" y="405344"/>
                  </a:lnTo>
                  <a:lnTo>
                    <a:pt x="7342238" y="407036"/>
                  </a:lnTo>
                  <a:lnTo>
                    <a:pt x="7338161" y="408727"/>
                  </a:lnTo>
                  <a:lnTo>
                    <a:pt x="7333907" y="409576"/>
                  </a:lnTo>
                  <a:lnTo>
                    <a:pt x="7329487" y="409576"/>
                  </a:lnTo>
                  <a:lnTo>
                    <a:pt x="33337" y="409576"/>
                  </a:lnTo>
                  <a:lnTo>
                    <a:pt x="28917" y="409576"/>
                  </a:lnTo>
                  <a:lnTo>
                    <a:pt x="24665" y="408727"/>
                  </a:lnTo>
                  <a:lnTo>
                    <a:pt x="20577" y="407036"/>
                  </a:lnTo>
                  <a:lnTo>
                    <a:pt x="16494" y="405344"/>
                  </a:lnTo>
                  <a:lnTo>
                    <a:pt x="12887" y="402937"/>
                  </a:lnTo>
                  <a:lnTo>
                    <a:pt x="9763" y="399807"/>
                  </a:lnTo>
                  <a:lnTo>
                    <a:pt x="6638" y="396681"/>
                  </a:lnTo>
                  <a:lnTo>
                    <a:pt x="4231" y="393080"/>
                  </a:lnTo>
                  <a:lnTo>
                    <a:pt x="2534" y="388993"/>
                  </a:lnTo>
                  <a:lnTo>
                    <a:pt x="843" y="384910"/>
                  </a:lnTo>
                  <a:lnTo>
                    <a:pt x="0" y="380658"/>
                  </a:lnTo>
                  <a:lnTo>
                    <a:pt x="0" y="376238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49934" y="6637"/>
                  </a:lnTo>
                  <a:lnTo>
                    <a:pt x="7353058" y="9762"/>
                  </a:lnTo>
                  <a:lnTo>
                    <a:pt x="7356183" y="12887"/>
                  </a:lnTo>
                  <a:lnTo>
                    <a:pt x="7358596" y="16494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140047" y="3951149"/>
            <a:ext cx="1244600" cy="652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Sa</a:t>
            </a:r>
            <a:r>
              <a:rPr dirty="0" sz="1100" spc="160">
                <a:solidFill>
                  <a:srgbClr val="AAAAA9"/>
                </a:solidFill>
                <a:latin typeface="Arial"/>
                <a:cs typeface="Arial"/>
              </a:rPr>
              <a:t>v</a:t>
            </a: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900" spc="-50">
                <a:solidFill>
                  <a:srgbClr val="AAAAA9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pr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efe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n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165">
                <a:solidFill>
                  <a:srgbClr val="AAAAA9"/>
                </a:solidFill>
                <a:latin typeface="Lucida Sans Unicode"/>
                <a:cs typeface="Lucida Sans Unicode"/>
              </a:rPr>
              <a:t>Acce</a:t>
            </a:r>
            <a:r>
              <a:rPr dirty="0" sz="1100" spc="165">
                <a:solidFill>
                  <a:srgbClr val="AAAAA9"/>
                </a:solidFill>
                <a:latin typeface="Arial"/>
                <a:cs typeface="Arial"/>
              </a:rPr>
              <a:t>pt</a:t>
            </a:r>
            <a:r>
              <a:rPr dirty="0" sz="1100" spc="-90">
                <a:solidFill>
                  <a:srgbClr val="AAAAA9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AAAAA9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70">
                <a:solidFill>
                  <a:srgbClr val="AAAAA9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52400" y="2305050"/>
            <a:ext cx="8296275" cy="2876550"/>
            <a:chOff x="152400" y="2305050"/>
            <a:chExt cx="8296275" cy="2876550"/>
          </a:xfrm>
        </p:grpSpPr>
        <p:sp>
          <p:nvSpPr>
            <p:cNvPr id="18" name="object 18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2400" y="23050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49" y="2324100"/>
              <a:ext cx="171450" cy="17145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52400" y="26670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49" y="2686050"/>
              <a:ext cx="171450" cy="17145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52400" y="30289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1" y="209549"/>
                  </a:lnTo>
                  <a:lnTo>
                    <a:pt x="314328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49" y="3048000"/>
              <a:ext cx="171450" cy="171450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139700" y="322816"/>
            <a:ext cx="882205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4100"/>
              </a:lnSpc>
              <a:spcBef>
                <a:spcPts val="90"/>
              </a:spcBef>
            </a:pP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21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purpos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/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die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2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rv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3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lopm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1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2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eci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olo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6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225">
                <a:solidFill>
                  <a:srgbClr val="282828"/>
                </a:solidFill>
                <a:latin typeface="Georgia"/>
                <a:cs typeface="Georgia"/>
              </a:rPr>
              <a:t> 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 marR="165100">
              <a:lnSpc>
                <a:spcPct val="1641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0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IP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2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 spc="1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egi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efe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k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nk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;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qu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750" spc="5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not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ee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pt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defa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ult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los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only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6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6"/>
              </a:rPr>
              <a:t>P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6"/>
              </a:rPr>
              <a:t>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6"/>
              </a:rPr>
              <a:t>i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6"/>
              </a:rPr>
              <a:t>v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6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  <a:hlinkClick r:id="rId6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  <a:hlinkClick r:id="rId6"/>
              </a:rPr>
              <a:t> 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6"/>
              </a:rPr>
              <a:t>P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6"/>
              </a:rPr>
              <a:t>ol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6"/>
              </a:rPr>
              <a:t>ic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6"/>
              </a:rPr>
              <a:t>y</a:t>
            </a:r>
            <a:endParaRPr sz="800">
              <a:latin typeface="Georgia"/>
              <a:cs typeface="Georgia"/>
            </a:endParaRPr>
          </a:p>
          <a:p>
            <a:pPr marL="12700" marR="7738109">
              <a:lnSpc>
                <a:spcPct val="140600"/>
              </a:lnSpc>
            </a:pP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S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tor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229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efe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n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ce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Thi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d</a:t>
            </a:r>
            <a:r>
              <a:rPr dirty="0" u="sng" sz="800" spc="-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Pa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rt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ie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47434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tor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age</a:t>
            </a:r>
            <a:endParaRPr sz="800">
              <a:latin typeface="Lucida Sans Unicode"/>
              <a:cs typeface="Lucida Sans Unicode"/>
            </a:endParaRPr>
          </a:p>
          <a:p>
            <a:pPr marL="474345" marR="7282180">
              <a:lnSpc>
                <a:spcPct val="2969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g Pe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lyt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52400" y="404812"/>
            <a:ext cx="9187180" cy="3195955"/>
            <a:chOff x="152400" y="404812"/>
            <a:chExt cx="9187180" cy="3195955"/>
          </a:xfrm>
        </p:grpSpPr>
        <p:sp>
          <p:nvSpPr>
            <p:cNvPr id="28" name="object 28" descr=""/>
            <p:cNvSpPr/>
            <p:nvPr/>
          </p:nvSpPr>
          <p:spPr>
            <a:xfrm>
              <a:off x="152400" y="33909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2" y="209549"/>
                  </a:lnTo>
                  <a:lnTo>
                    <a:pt x="314327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49" y="3409950"/>
              <a:ext cx="171450" cy="17145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81227" y="366333"/>
            <a:ext cx="7089140" cy="4721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795655">
              <a:lnSpc>
                <a:spcPts val="2510"/>
              </a:lnSpc>
            </a:pPr>
            <a:r>
              <a:rPr dirty="0" sz="2100" spc="545">
                <a:latin typeface="Times New Roman"/>
                <a:cs typeface="Times New Roman"/>
              </a:rPr>
              <a:t>S</a:t>
            </a:r>
            <a:r>
              <a:rPr dirty="0" sz="2100" spc="775">
                <a:latin typeface="Times New Roman"/>
                <a:cs typeface="Times New Roman"/>
              </a:rPr>
              <a:t>M</a:t>
            </a:r>
            <a:r>
              <a:rPr dirty="0" sz="2100" spc="475">
                <a:latin typeface="Times New Roman"/>
                <a:cs typeface="Times New Roman"/>
              </a:rPr>
              <a:t>A</a:t>
            </a:r>
            <a:r>
              <a:rPr dirty="0" sz="2100" spc="790">
                <a:latin typeface="Times New Roman"/>
                <a:cs typeface="Times New Roman"/>
              </a:rPr>
              <a:t>R</a:t>
            </a:r>
            <a:r>
              <a:rPr dirty="0" sz="2100" spc="-9870">
                <a:latin typeface="Times New Roman"/>
                <a:cs typeface="Times New Roman"/>
              </a:rPr>
              <a:t>T</a:t>
            </a:r>
            <a:r>
              <a:rPr dirty="0" sz="2100" spc="545">
                <a:solidFill>
                  <a:srgbClr val="1F497D"/>
                </a:solidFill>
                <a:latin typeface="Times New Roman"/>
                <a:cs typeface="Times New Roman"/>
              </a:rPr>
              <a:t>S</a:t>
            </a:r>
            <a:r>
              <a:rPr dirty="0" sz="2100" spc="775">
                <a:solidFill>
                  <a:srgbClr val="1F497D"/>
                </a:solidFill>
                <a:latin typeface="Times New Roman"/>
                <a:cs typeface="Times New Roman"/>
              </a:rPr>
              <a:t>M</a:t>
            </a:r>
            <a:r>
              <a:rPr dirty="0" sz="2100" spc="475">
                <a:solidFill>
                  <a:srgbClr val="1F497D"/>
                </a:solidFill>
                <a:latin typeface="Times New Roman"/>
                <a:cs typeface="Times New Roman"/>
              </a:rPr>
              <a:t>A</a:t>
            </a:r>
            <a:r>
              <a:rPr dirty="0" sz="2100" spc="790">
                <a:solidFill>
                  <a:srgbClr val="1F497D"/>
                </a:solidFill>
                <a:latin typeface="Times New Roman"/>
                <a:cs typeface="Times New Roman"/>
              </a:rPr>
              <a:t>R</a:t>
            </a:r>
            <a:r>
              <a:rPr dirty="0" sz="2100" spc="955">
                <a:solidFill>
                  <a:srgbClr val="1F497D"/>
                </a:solidFill>
                <a:latin typeface="Times New Roman"/>
                <a:cs typeface="Times New Roman"/>
              </a:rPr>
              <a:t>T</a:t>
            </a:r>
            <a:r>
              <a:rPr dirty="0" sz="2100" spc="30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100" spc="930">
                <a:latin typeface="Times New Roman"/>
                <a:cs typeface="Times New Roman"/>
              </a:rPr>
              <a:t>I</a:t>
            </a:r>
            <a:r>
              <a:rPr dirty="0" sz="2100" spc="975">
                <a:latin typeface="Times New Roman"/>
                <a:cs typeface="Times New Roman"/>
              </a:rPr>
              <a:t>N</a:t>
            </a:r>
            <a:r>
              <a:rPr dirty="0" sz="2100" spc="785">
                <a:latin typeface="Times New Roman"/>
                <a:cs typeface="Times New Roman"/>
              </a:rPr>
              <a:t>D</a:t>
            </a:r>
            <a:r>
              <a:rPr dirty="0" sz="2100" spc="930">
                <a:latin typeface="Times New Roman"/>
                <a:cs typeface="Times New Roman"/>
              </a:rPr>
              <a:t>I</a:t>
            </a:r>
            <a:r>
              <a:rPr dirty="0" sz="2100" spc="-9190">
                <a:latin typeface="Times New Roman"/>
                <a:cs typeface="Times New Roman"/>
              </a:rPr>
              <a:t>A</a:t>
            </a:r>
            <a:r>
              <a:rPr dirty="0" sz="2100" spc="930">
                <a:solidFill>
                  <a:srgbClr val="1F497D"/>
                </a:solidFill>
                <a:latin typeface="Times New Roman"/>
                <a:cs typeface="Times New Roman"/>
              </a:rPr>
              <a:t>I</a:t>
            </a:r>
            <a:r>
              <a:rPr dirty="0" sz="2100" spc="975">
                <a:solidFill>
                  <a:srgbClr val="1F497D"/>
                </a:solidFill>
                <a:latin typeface="Times New Roman"/>
                <a:cs typeface="Times New Roman"/>
              </a:rPr>
              <a:t>N</a:t>
            </a:r>
            <a:r>
              <a:rPr dirty="0" sz="2100" spc="785">
                <a:solidFill>
                  <a:srgbClr val="1F497D"/>
                </a:solidFill>
                <a:latin typeface="Times New Roman"/>
                <a:cs typeface="Times New Roman"/>
              </a:rPr>
              <a:t>D</a:t>
            </a:r>
            <a:r>
              <a:rPr dirty="0" sz="2100" spc="930">
                <a:solidFill>
                  <a:srgbClr val="1F497D"/>
                </a:solidFill>
                <a:latin typeface="Times New Roman"/>
                <a:cs typeface="Times New Roman"/>
              </a:rPr>
              <a:t>I</a:t>
            </a:r>
            <a:r>
              <a:rPr dirty="0" sz="2100" spc="409">
                <a:solidFill>
                  <a:srgbClr val="1F497D"/>
                </a:solidFill>
                <a:latin typeface="Times New Roman"/>
                <a:cs typeface="Times New Roman"/>
              </a:rPr>
              <a:t>A</a:t>
            </a:r>
            <a:r>
              <a:rPr dirty="0" sz="2100" spc="-12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100" spc="-405">
                <a:latin typeface="Times New Roman"/>
                <a:cs typeface="Times New Roman"/>
              </a:rPr>
              <a:t>H</a:t>
            </a:r>
            <a:r>
              <a:rPr dirty="0" sz="2100" spc="-1065">
                <a:latin typeface="Times New Roman"/>
                <a:cs typeface="Times New Roman"/>
              </a:rPr>
              <a:t>A</a:t>
            </a:r>
            <a:r>
              <a:rPr dirty="0" sz="2100" spc="-815">
                <a:latin typeface="Times New Roman"/>
                <a:cs typeface="Times New Roman"/>
              </a:rPr>
              <a:t>C</a:t>
            </a:r>
            <a:r>
              <a:rPr dirty="0" sz="2100" spc="-990">
                <a:latin typeface="Times New Roman"/>
                <a:cs typeface="Times New Roman"/>
              </a:rPr>
              <a:t>K</a:t>
            </a:r>
            <a:r>
              <a:rPr dirty="0" sz="2100" spc="-1065">
                <a:latin typeface="Times New Roman"/>
                <a:cs typeface="Times New Roman"/>
              </a:rPr>
              <a:t>A</a:t>
            </a:r>
            <a:r>
              <a:rPr dirty="0" sz="2100" spc="-580">
                <a:latin typeface="Times New Roman"/>
                <a:cs typeface="Times New Roman"/>
              </a:rPr>
              <a:t>T</a:t>
            </a:r>
            <a:r>
              <a:rPr dirty="0" sz="2100" spc="-405">
                <a:latin typeface="Times New Roman"/>
                <a:cs typeface="Times New Roman"/>
              </a:rPr>
              <a:t>H</a:t>
            </a:r>
            <a:r>
              <a:rPr dirty="0" sz="2100" spc="-630">
                <a:latin typeface="Times New Roman"/>
                <a:cs typeface="Times New Roman"/>
              </a:rPr>
              <a:t>O</a:t>
            </a:r>
            <a:r>
              <a:rPr dirty="0" sz="2100" spc="-21435">
                <a:latin typeface="Times New Roman"/>
                <a:cs typeface="Times New Roman"/>
              </a:rPr>
              <a:t>N</a:t>
            </a:r>
            <a:r>
              <a:rPr dirty="0" sz="2100" spc="-405">
                <a:solidFill>
                  <a:srgbClr val="1F497D"/>
                </a:solidFill>
                <a:latin typeface="Times New Roman"/>
                <a:cs typeface="Times New Roman"/>
              </a:rPr>
              <a:t>H</a:t>
            </a:r>
            <a:r>
              <a:rPr dirty="0" sz="2100" spc="-1065">
                <a:solidFill>
                  <a:srgbClr val="1F497D"/>
                </a:solidFill>
                <a:latin typeface="Times New Roman"/>
                <a:cs typeface="Times New Roman"/>
              </a:rPr>
              <a:t>A</a:t>
            </a:r>
            <a:r>
              <a:rPr dirty="0" sz="2100" spc="-815">
                <a:solidFill>
                  <a:srgbClr val="1F497D"/>
                </a:solidFill>
                <a:latin typeface="Times New Roman"/>
                <a:cs typeface="Times New Roman"/>
              </a:rPr>
              <a:t>C</a:t>
            </a:r>
            <a:r>
              <a:rPr dirty="0" sz="2100" spc="-990">
                <a:solidFill>
                  <a:srgbClr val="1F497D"/>
                </a:solidFill>
                <a:latin typeface="Times New Roman"/>
                <a:cs typeface="Times New Roman"/>
              </a:rPr>
              <a:t>K</a:t>
            </a:r>
            <a:r>
              <a:rPr dirty="0" sz="2100" spc="-1065">
                <a:solidFill>
                  <a:srgbClr val="1F497D"/>
                </a:solidFill>
                <a:latin typeface="Times New Roman"/>
                <a:cs typeface="Times New Roman"/>
              </a:rPr>
              <a:t>A</a:t>
            </a:r>
            <a:r>
              <a:rPr dirty="0" sz="2100" spc="-580">
                <a:solidFill>
                  <a:srgbClr val="1F497D"/>
                </a:solidFill>
                <a:latin typeface="Times New Roman"/>
                <a:cs typeface="Times New Roman"/>
              </a:rPr>
              <a:t>T</a:t>
            </a:r>
            <a:r>
              <a:rPr dirty="0" sz="2100" spc="-405">
                <a:solidFill>
                  <a:srgbClr val="1F497D"/>
                </a:solidFill>
                <a:latin typeface="Times New Roman"/>
                <a:cs typeface="Times New Roman"/>
              </a:rPr>
              <a:t>H</a:t>
            </a:r>
            <a:r>
              <a:rPr dirty="0" sz="2100" spc="-630">
                <a:solidFill>
                  <a:srgbClr val="1F497D"/>
                </a:solidFill>
                <a:latin typeface="Times New Roman"/>
                <a:cs typeface="Times New Roman"/>
              </a:rPr>
              <a:t>O</a:t>
            </a:r>
            <a:r>
              <a:rPr dirty="0" sz="2100" spc="-455">
                <a:solidFill>
                  <a:srgbClr val="1F497D"/>
                </a:solidFill>
                <a:latin typeface="Times New Roman"/>
                <a:cs typeface="Times New Roman"/>
              </a:rPr>
              <a:t>N</a:t>
            </a:r>
            <a:r>
              <a:rPr dirty="0" sz="2100" spc="23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100" spc="440">
                <a:latin typeface="Times New Roman"/>
                <a:cs typeface="Times New Roman"/>
              </a:rPr>
              <a:t>202</a:t>
            </a:r>
            <a:r>
              <a:rPr dirty="0" sz="2100" spc="-5415">
                <a:latin typeface="Times New Roman"/>
                <a:cs typeface="Times New Roman"/>
              </a:rPr>
              <a:t>4</a:t>
            </a:r>
            <a:r>
              <a:rPr dirty="0" sz="2100" spc="440">
                <a:solidFill>
                  <a:srgbClr val="1F497D"/>
                </a:solidFill>
                <a:latin typeface="Times New Roman"/>
                <a:cs typeface="Times New Roman"/>
              </a:rPr>
              <a:t>202</a:t>
            </a:r>
            <a:r>
              <a:rPr dirty="0" sz="2100" spc="450">
                <a:solidFill>
                  <a:srgbClr val="1F497D"/>
                </a:solidFill>
                <a:latin typeface="Times New Roman"/>
                <a:cs typeface="Times New Roman"/>
              </a:rPr>
              <a:t>4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imes New Roman"/>
              <a:cs typeface="Times New Roman"/>
            </a:endParaRPr>
          </a:p>
          <a:p>
            <a:pPr algn="ctr" marL="801370">
              <a:lnSpc>
                <a:spcPct val="100000"/>
              </a:lnSpc>
            </a:pPr>
            <a:r>
              <a:rPr dirty="0" sz="1750" spc="509">
                <a:latin typeface="Times New Roman"/>
                <a:cs typeface="Times New Roman"/>
              </a:rPr>
              <a:t>T</a:t>
            </a:r>
            <a:r>
              <a:rPr dirty="0" sz="1750" spc="580">
                <a:latin typeface="Times New Roman"/>
                <a:cs typeface="Times New Roman"/>
              </a:rPr>
              <a:t>I</a:t>
            </a:r>
            <a:r>
              <a:rPr dirty="0" sz="1750" spc="509">
                <a:latin typeface="Times New Roman"/>
                <a:cs typeface="Times New Roman"/>
              </a:rPr>
              <a:t>TL</a:t>
            </a:r>
            <a:r>
              <a:rPr dirty="0" sz="1750" spc="-7025">
                <a:latin typeface="Times New Roman"/>
                <a:cs typeface="Times New Roman"/>
              </a:rPr>
              <a:t>E</a:t>
            </a:r>
            <a:r>
              <a:rPr dirty="0" sz="1750" spc="509">
                <a:latin typeface="Times New Roman"/>
                <a:cs typeface="Times New Roman"/>
              </a:rPr>
              <a:t>T</a:t>
            </a:r>
            <a:r>
              <a:rPr dirty="0" sz="1750" spc="580">
                <a:latin typeface="Times New Roman"/>
                <a:cs typeface="Times New Roman"/>
              </a:rPr>
              <a:t>I</a:t>
            </a:r>
            <a:r>
              <a:rPr dirty="0" sz="1750" spc="509">
                <a:latin typeface="Times New Roman"/>
                <a:cs typeface="Times New Roman"/>
              </a:rPr>
              <a:t>TL</a:t>
            </a:r>
            <a:r>
              <a:rPr dirty="0" sz="1750" spc="545">
                <a:latin typeface="Times New Roman"/>
                <a:cs typeface="Times New Roman"/>
              </a:rPr>
              <a:t>E</a:t>
            </a:r>
            <a:r>
              <a:rPr dirty="0" sz="1750" spc="110">
                <a:latin typeface="Times New Roman"/>
                <a:cs typeface="Times New Roman"/>
              </a:rPr>
              <a:t> </a:t>
            </a:r>
            <a:r>
              <a:rPr dirty="0" sz="1750" spc="750">
                <a:latin typeface="Times New Roman"/>
                <a:cs typeface="Times New Roman"/>
              </a:rPr>
              <a:t>P</a:t>
            </a:r>
            <a:r>
              <a:rPr dirty="0" sz="1750" spc="580">
                <a:latin typeface="Times New Roman"/>
                <a:cs typeface="Times New Roman"/>
              </a:rPr>
              <a:t>A</a:t>
            </a:r>
            <a:r>
              <a:rPr dirty="0" sz="1750" spc="730">
                <a:latin typeface="Times New Roman"/>
                <a:cs typeface="Times New Roman"/>
              </a:rPr>
              <a:t>G</a:t>
            </a:r>
            <a:r>
              <a:rPr dirty="0" sz="1750" spc="-6095">
                <a:latin typeface="Times New Roman"/>
                <a:cs typeface="Times New Roman"/>
              </a:rPr>
              <a:t>E</a:t>
            </a:r>
            <a:r>
              <a:rPr dirty="0" sz="1750" spc="750">
                <a:latin typeface="Times New Roman"/>
                <a:cs typeface="Times New Roman"/>
              </a:rPr>
              <a:t>P</a:t>
            </a:r>
            <a:r>
              <a:rPr dirty="0" sz="1750" spc="580">
                <a:latin typeface="Times New Roman"/>
                <a:cs typeface="Times New Roman"/>
              </a:rPr>
              <a:t>A</a:t>
            </a:r>
            <a:r>
              <a:rPr dirty="0" sz="1750" spc="730">
                <a:latin typeface="Times New Roman"/>
                <a:cs typeface="Times New Roman"/>
              </a:rPr>
              <a:t>G</a:t>
            </a:r>
            <a:r>
              <a:rPr dirty="0" sz="1750" spc="790"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750" spc="-969">
                <a:latin typeface="Verdana"/>
                <a:cs typeface="Verdana"/>
              </a:rPr>
              <a:t>•</a:t>
            </a:r>
            <a:r>
              <a:rPr dirty="0" sz="1750" spc="-310">
                <a:latin typeface="Verdana"/>
                <a:cs typeface="Verdana"/>
              </a:rPr>
              <a:t>•</a:t>
            </a:r>
            <a:r>
              <a:rPr dirty="0" sz="1750" spc="229">
                <a:latin typeface="Verdana"/>
                <a:cs typeface="Verdana"/>
              </a:rPr>
              <a:t> </a:t>
            </a:r>
            <a:r>
              <a:rPr dirty="0" sz="1750" spc="204">
                <a:latin typeface="Verdana"/>
                <a:cs typeface="Verdana"/>
              </a:rPr>
              <a:t>P</a:t>
            </a:r>
            <a:r>
              <a:rPr dirty="0" sz="1750" spc="20">
                <a:latin typeface="Verdana"/>
                <a:cs typeface="Verdana"/>
              </a:rPr>
              <a:t>r</a:t>
            </a:r>
            <a:r>
              <a:rPr dirty="0" sz="1750" spc="-3130">
                <a:latin typeface="Verdana"/>
                <a:cs typeface="Verdana"/>
              </a:rPr>
              <a:t>o</a:t>
            </a:r>
            <a:r>
              <a:rPr dirty="0" sz="1750" spc="204">
                <a:latin typeface="Verdana"/>
                <a:cs typeface="Verdana"/>
              </a:rPr>
              <a:t>P</a:t>
            </a:r>
            <a:r>
              <a:rPr dirty="0" sz="1750" spc="20">
                <a:latin typeface="Verdana"/>
                <a:cs typeface="Verdana"/>
              </a:rPr>
              <a:t>r</a:t>
            </a:r>
            <a:r>
              <a:rPr dirty="0" sz="1750" spc="-5">
                <a:latin typeface="Verdana"/>
                <a:cs typeface="Verdana"/>
              </a:rPr>
              <a:t>o</a:t>
            </a:r>
            <a:r>
              <a:rPr dirty="0" sz="1750" spc="75">
                <a:latin typeface="Verdana"/>
                <a:cs typeface="Verdana"/>
              </a:rPr>
              <a:t>b</a:t>
            </a:r>
            <a:r>
              <a:rPr dirty="0" sz="1750" spc="80">
                <a:latin typeface="Verdana"/>
                <a:cs typeface="Verdana"/>
              </a:rPr>
              <a:t>l</a:t>
            </a:r>
            <a:r>
              <a:rPr dirty="0" sz="1750" spc="-2785">
                <a:latin typeface="Verdana"/>
                <a:cs typeface="Verdana"/>
              </a:rPr>
              <a:t>e</a:t>
            </a:r>
            <a:r>
              <a:rPr dirty="0" sz="1750" spc="75">
                <a:latin typeface="Verdana"/>
                <a:cs typeface="Verdana"/>
              </a:rPr>
              <a:t>b</a:t>
            </a:r>
            <a:r>
              <a:rPr dirty="0" sz="1750" spc="80">
                <a:latin typeface="Verdana"/>
                <a:cs typeface="Verdana"/>
              </a:rPr>
              <a:t>l</a:t>
            </a:r>
            <a:r>
              <a:rPr dirty="0" sz="1750" spc="-75">
                <a:latin typeface="Verdana"/>
                <a:cs typeface="Verdana"/>
              </a:rPr>
              <a:t>e</a:t>
            </a:r>
            <a:r>
              <a:rPr dirty="0" sz="1750" spc="-1745">
                <a:latin typeface="Verdana"/>
                <a:cs typeface="Verdana"/>
              </a:rPr>
              <a:t>m</a:t>
            </a:r>
            <a:r>
              <a:rPr dirty="0" sz="1750" spc="-75">
                <a:latin typeface="Verdana"/>
                <a:cs typeface="Verdana"/>
              </a:rPr>
              <a:t>m</a:t>
            </a:r>
            <a:r>
              <a:rPr dirty="0" sz="1750">
                <a:latin typeface="Verdana"/>
                <a:cs typeface="Verdana"/>
              </a:rPr>
              <a:t> </a:t>
            </a:r>
            <a:r>
              <a:rPr dirty="0" sz="1750" spc="-1210">
                <a:latin typeface="Verdana"/>
                <a:cs typeface="Verdana"/>
              </a:rPr>
              <a:t>S</a:t>
            </a:r>
            <a:r>
              <a:rPr dirty="0" sz="1750" spc="-45">
                <a:latin typeface="Verdana"/>
                <a:cs typeface="Verdana"/>
              </a:rPr>
              <a:t>S</a:t>
            </a:r>
            <a:r>
              <a:rPr dirty="0" sz="1750" spc="-45">
                <a:latin typeface="Verdana"/>
                <a:cs typeface="Verdana"/>
              </a:rPr>
              <a:t>t</a:t>
            </a:r>
            <a:r>
              <a:rPr dirty="0" sz="1750" spc="20">
                <a:latin typeface="Verdana"/>
                <a:cs typeface="Verdana"/>
              </a:rPr>
              <a:t>a</a:t>
            </a:r>
            <a:r>
              <a:rPr dirty="0" sz="1750" spc="-2460">
                <a:latin typeface="Verdana"/>
                <a:cs typeface="Verdana"/>
              </a:rPr>
              <a:t>t</a:t>
            </a:r>
            <a:r>
              <a:rPr dirty="0" sz="1750" spc="-45">
                <a:latin typeface="Verdana"/>
                <a:cs typeface="Verdana"/>
              </a:rPr>
              <a:t>t</a:t>
            </a:r>
            <a:r>
              <a:rPr dirty="0" sz="1750" spc="20">
                <a:latin typeface="Verdana"/>
                <a:cs typeface="Verdana"/>
              </a:rPr>
              <a:t>a</a:t>
            </a:r>
            <a:r>
              <a:rPr dirty="0" sz="1750" spc="-165">
                <a:latin typeface="Verdana"/>
                <a:cs typeface="Verdana"/>
              </a:rPr>
              <a:t>t</a:t>
            </a:r>
            <a:r>
              <a:rPr dirty="0" sz="1750" spc="30">
                <a:latin typeface="Verdana"/>
                <a:cs typeface="Verdana"/>
              </a:rPr>
              <a:t>e</a:t>
            </a:r>
            <a:r>
              <a:rPr dirty="0" sz="1750">
                <a:latin typeface="Verdana"/>
                <a:cs typeface="Verdana"/>
              </a:rPr>
              <a:t>m</a:t>
            </a:r>
            <a:r>
              <a:rPr dirty="0" sz="1750" spc="-3829">
                <a:latin typeface="Verdana"/>
                <a:cs typeface="Verdana"/>
              </a:rPr>
              <a:t>e</a:t>
            </a:r>
            <a:r>
              <a:rPr dirty="0" sz="1750" spc="30">
                <a:latin typeface="Verdana"/>
                <a:cs typeface="Verdana"/>
              </a:rPr>
              <a:t>e</a:t>
            </a:r>
            <a:r>
              <a:rPr dirty="0" sz="1750">
                <a:latin typeface="Verdana"/>
                <a:cs typeface="Verdana"/>
              </a:rPr>
              <a:t>m</a:t>
            </a:r>
            <a:r>
              <a:rPr dirty="0" sz="1750" spc="-70">
                <a:latin typeface="Verdana"/>
                <a:cs typeface="Verdana"/>
              </a:rPr>
              <a:t>e</a:t>
            </a:r>
            <a:r>
              <a:rPr dirty="0" sz="1750" spc="60">
                <a:latin typeface="Verdana"/>
                <a:cs typeface="Verdana"/>
              </a:rPr>
              <a:t>n</a:t>
            </a:r>
            <a:r>
              <a:rPr dirty="0" sz="1750" spc="-1895">
                <a:latin typeface="Verdana"/>
                <a:cs typeface="Verdana"/>
              </a:rPr>
              <a:t>t</a:t>
            </a:r>
            <a:r>
              <a:rPr dirty="0" sz="1750" spc="60">
                <a:latin typeface="Verdana"/>
                <a:cs typeface="Verdana"/>
              </a:rPr>
              <a:t>n</a:t>
            </a:r>
            <a:r>
              <a:rPr dirty="0" sz="1750" spc="-85">
                <a:latin typeface="Verdana"/>
                <a:cs typeface="Verdana"/>
              </a:rPr>
              <a:t>t</a:t>
            </a:r>
            <a:r>
              <a:rPr dirty="0" sz="1750" spc="-120">
                <a:latin typeface="Verdana"/>
                <a:cs typeface="Verdana"/>
              </a:rPr>
              <a:t> </a:t>
            </a:r>
            <a:r>
              <a:rPr dirty="0" sz="1750" spc="-240">
                <a:latin typeface="Verdana"/>
                <a:cs typeface="Verdana"/>
              </a:rPr>
              <a:t>I</a:t>
            </a:r>
            <a:r>
              <a:rPr dirty="0" sz="1750" spc="-1855">
                <a:latin typeface="Verdana"/>
                <a:cs typeface="Verdana"/>
              </a:rPr>
              <a:t>D</a:t>
            </a:r>
            <a:r>
              <a:rPr dirty="0" sz="1750" spc="-240">
                <a:latin typeface="Verdana"/>
                <a:cs typeface="Verdana"/>
              </a:rPr>
              <a:t>I</a:t>
            </a:r>
            <a:r>
              <a:rPr dirty="0" sz="1750" spc="50">
                <a:latin typeface="Verdana"/>
                <a:cs typeface="Verdana"/>
              </a:rPr>
              <a:t>D</a:t>
            </a:r>
            <a:r>
              <a:rPr dirty="0" sz="1750" spc="-100">
                <a:latin typeface="Verdana"/>
                <a:cs typeface="Verdana"/>
              </a:rPr>
              <a:t> </a:t>
            </a:r>
            <a:r>
              <a:rPr dirty="0" sz="1750" spc="-1175">
                <a:latin typeface="Verdana"/>
                <a:cs typeface="Verdana"/>
              </a:rPr>
              <a:t>–</a:t>
            </a:r>
            <a:r>
              <a:rPr dirty="0" sz="1750" spc="-130">
                <a:latin typeface="Verdana"/>
                <a:cs typeface="Verdana"/>
              </a:rPr>
              <a:t>–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750" spc="-969">
                <a:latin typeface="Verdana"/>
                <a:cs typeface="Verdana"/>
              </a:rPr>
              <a:t>•</a:t>
            </a:r>
            <a:r>
              <a:rPr dirty="0" sz="1750" spc="-310">
                <a:latin typeface="Verdana"/>
                <a:cs typeface="Verdana"/>
              </a:rPr>
              <a:t>•</a:t>
            </a:r>
            <a:r>
              <a:rPr dirty="0" sz="1750" spc="229">
                <a:latin typeface="Verdana"/>
                <a:cs typeface="Verdana"/>
              </a:rPr>
              <a:t> </a:t>
            </a:r>
            <a:r>
              <a:rPr dirty="0" sz="1750" spc="204">
                <a:latin typeface="Verdana"/>
                <a:cs typeface="Verdana"/>
              </a:rPr>
              <a:t>P</a:t>
            </a:r>
            <a:r>
              <a:rPr dirty="0" sz="1750" spc="20">
                <a:latin typeface="Verdana"/>
                <a:cs typeface="Verdana"/>
              </a:rPr>
              <a:t>r</a:t>
            </a:r>
            <a:r>
              <a:rPr dirty="0" sz="1750" spc="-3130">
                <a:latin typeface="Verdana"/>
                <a:cs typeface="Verdana"/>
              </a:rPr>
              <a:t>o</a:t>
            </a:r>
            <a:r>
              <a:rPr dirty="0" sz="1750" spc="204">
                <a:latin typeface="Verdana"/>
                <a:cs typeface="Verdana"/>
              </a:rPr>
              <a:t>P</a:t>
            </a:r>
            <a:r>
              <a:rPr dirty="0" sz="1750" spc="20">
                <a:latin typeface="Verdana"/>
                <a:cs typeface="Verdana"/>
              </a:rPr>
              <a:t>r</a:t>
            </a:r>
            <a:r>
              <a:rPr dirty="0" sz="1750" spc="-5">
                <a:latin typeface="Verdana"/>
                <a:cs typeface="Verdana"/>
              </a:rPr>
              <a:t>o</a:t>
            </a:r>
            <a:r>
              <a:rPr dirty="0" sz="1750" spc="75">
                <a:latin typeface="Verdana"/>
                <a:cs typeface="Verdana"/>
              </a:rPr>
              <a:t>b</a:t>
            </a:r>
            <a:r>
              <a:rPr dirty="0" sz="1750" spc="80">
                <a:latin typeface="Verdana"/>
                <a:cs typeface="Verdana"/>
              </a:rPr>
              <a:t>l</a:t>
            </a:r>
            <a:r>
              <a:rPr dirty="0" sz="1750" spc="-2785">
                <a:latin typeface="Verdana"/>
                <a:cs typeface="Verdana"/>
              </a:rPr>
              <a:t>e</a:t>
            </a:r>
            <a:r>
              <a:rPr dirty="0" sz="1750" spc="75">
                <a:latin typeface="Verdana"/>
                <a:cs typeface="Verdana"/>
              </a:rPr>
              <a:t>b</a:t>
            </a:r>
            <a:r>
              <a:rPr dirty="0" sz="1750" spc="80">
                <a:latin typeface="Verdana"/>
                <a:cs typeface="Verdana"/>
              </a:rPr>
              <a:t>l</a:t>
            </a:r>
            <a:r>
              <a:rPr dirty="0" sz="1750" spc="-75">
                <a:latin typeface="Verdana"/>
                <a:cs typeface="Verdana"/>
              </a:rPr>
              <a:t>e</a:t>
            </a:r>
            <a:r>
              <a:rPr dirty="0" sz="1750" spc="-1745">
                <a:latin typeface="Verdana"/>
                <a:cs typeface="Verdana"/>
              </a:rPr>
              <a:t>m</a:t>
            </a:r>
            <a:r>
              <a:rPr dirty="0" sz="1750" spc="-75">
                <a:latin typeface="Verdana"/>
                <a:cs typeface="Verdana"/>
              </a:rPr>
              <a:t>m</a:t>
            </a:r>
            <a:r>
              <a:rPr dirty="0" sz="1750" spc="-45">
                <a:latin typeface="Verdana"/>
                <a:cs typeface="Verdana"/>
              </a:rPr>
              <a:t> </a:t>
            </a:r>
            <a:r>
              <a:rPr dirty="0" sz="1750" spc="70">
                <a:latin typeface="Verdana"/>
                <a:cs typeface="Verdana"/>
              </a:rPr>
              <a:t>S</a:t>
            </a:r>
            <a:r>
              <a:rPr dirty="0" sz="1750" spc="-1995">
                <a:latin typeface="Verdana"/>
                <a:cs typeface="Verdana"/>
              </a:rPr>
              <a:t>t</a:t>
            </a:r>
            <a:r>
              <a:rPr dirty="0" sz="1750" spc="70">
                <a:latin typeface="Verdana"/>
                <a:cs typeface="Verdana"/>
              </a:rPr>
              <a:t>S</a:t>
            </a:r>
            <a:r>
              <a:rPr dirty="0" sz="1750" spc="-145">
                <a:latin typeface="Verdana"/>
                <a:cs typeface="Verdana"/>
              </a:rPr>
              <a:t>t</a:t>
            </a:r>
            <a:r>
              <a:rPr dirty="0" sz="1750" spc="20">
                <a:latin typeface="Verdana"/>
                <a:cs typeface="Verdana"/>
              </a:rPr>
              <a:t>a</a:t>
            </a:r>
            <a:r>
              <a:rPr dirty="0" sz="1750" spc="-45">
                <a:latin typeface="Verdana"/>
                <a:cs typeface="Verdana"/>
              </a:rPr>
              <a:t>t</a:t>
            </a:r>
            <a:r>
              <a:rPr dirty="0" sz="1750" spc="-2795">
                <a:latin typeface="Verdana"/>
                <a:cs typeface="Verdana"/>
              </a:rPr>
              <a:t>e</a:t>
            </a:r>
            <a:r>
              <a:rPr dirty="0" sz="1750" spc="20">
                <a:latin typeface="Verdana"/>
                <a:cs typeface="Verdana"/>
              </a:rPr>
              <a:t>a</a:t>
            </a:r>
            <a:r>
              <a:rPr dirty="0" sz="1750" spc="-45">
                <a:latin typeface="Verdana"/>
                <a:cs typeface="Verdana"/>
              </a:rPr>
              <a:t>t</a:t>
            </a:r>
            <a:r>
              <a:rPr dirty="0" sz="1750" spc="-85">
                <a:latin typeface="Verdana"/>
                <a:cs typeface="Verdana"/>
              </a:rPr>
              <a:t>e</a:t>
            </a:r>
            <a:r>
              <a:rPr dirty="0" sz="1750">
                <a:latin typeface="Verdana"/>
                <a:cs typeface="Verdana"/>
              </a:rPr>
              <a:t>m</a:t>
            </a:r>
            <a:r>
              <a:rPr dirty="0" sz="1750" spc="30">
                <a:latin typeface="Verdana"/>
                <a:cs typeface="Verdana"/>
              </a:rPr>
              <a:t>e</a:t>
            </a:r>
            <a:r>
              <a:rPr dirty="0" sz="1750" spc="-3895">
                <a:latin typeface="Verdana"/>
                <a:cs typeface="Verdana"/>
              </a:rPr>
              <a:t>n</a:t>
            </a:r>
            <a:r>
              <a:rPr dirty="0" sz="1750">
                <a:latin typeface="Verdana"/>
                <a:cs typeface="Verdana"/>
              </a:rPr>
              <a:t>m</a:t>
            </a:r>
            <a:r>
              <a:rPr dirty="0" sz="1750" spc="30">
                <a:latin typeface="Verdana"/>
                <a:cs typeface="Verdana"/>
              </a:rPr>
              <a:t>e</a:t>
            </a:r>
            <a:r>
              <a:rPr dirty="0" sz="1750" spc="-40">
                <a:latin typeface="Verdana"/>
                <a:cs typeface="Verdana"/>
              </a:rPr>
              <a:t>n</a:t>
            </a:r>
            <a:r>
              <a:rPr dirty="0" sz="1750" spc="-710">
                <a:latin typeface="Verdana"/>
                <a:cs typeface="Verdana"/>
              </a:rPr>
              <a:t>t</a:t>
            </a:r>
            <a:r>
              <a:rPr dirty="0" sz="1750" spc="-85">
                <a:latin typeface="Verdana"/>
                <a:cs typeface="Verdana"/>
              </a:rPr>
              <a:t>t</a:t>
            </a:r>
            <a:r>
              <a:rPr dirty="0" sz="1750" spc="-30">
                <a:latin typeface="Verdana"/>
                <a:cs typeface="Verdana"/>
              </a:rPr>
              <a:t> </a:t>
            </a:r>
            <a:r>
              <a:rPr dirty="0" sz="1750" spc="-1095">
                <a:latin typeface="Verdana"/>
                <a:cs typeface="Verdana"/>
              </a:rPr>
              <a:t>T</a:t>
            </a:r>
            <a:r>
              <a:rPr dirty="0" sz="1750" spc="-30">
                <a:latin typeface="Verdana"/>
                <a:cs typeface="Verdana"/>
              </a:rPr>
              <a:t>T</a:t>
            </a:r>
            <a:r>
              <a:rPr dirty="0" sz="1750" spc="60">
                <a:latin typeface="Verdana"/>
                <a:cs typeface="Verdana"/>
              </a:rPr>
              <a:t>i</a:t>
            </a:r>
            <a:r>
              <a:rPr dirty="0" sz="1750" spc="-35">
                <a:latin typeface="Verdana"/>
                <a:cs typeface="Verdana"/>
              </a:rPr>
              <a:t>t</a:t>
            </a:r>
            <a:r>
              <a:rPr dirty="0" sz="1750" spc="-1705">
                <a:latin typeface="Verdana"/>
                <a:cs typeface="Verdana"/>
              </a:rPr>
              <a:t>l</a:t>
            </a:r>
            <a:r>
              <a:rPr dirty="0" sz="1750" spc="60">
                <a:latin typeface="Verdana"/>
                <a:cs typeface="Verdana"/>
              </a:rPr>
              <a:t>i</a:t>
            </a:r>
            <a:r>
              <a:rPr dirty="0" sz="1750" spc="-35">
                <a:latin typeface="Verdana"/>
                <a:cs typeface="Verdana"/>
              </a:rPr>
              <a:t>t</a:t>
            </a:r>
            <a:r>
              <a:rPr dirty="0" sz="1750" spc="-40">
                <a:latin typeface="Verdana"/>
                <a:cs typeface="Verdana"/>
              </a:rPr>
              <a:t>l</a:t>
            </a:r>
            <a:r>
              <a:rPr dirty="0" sz="1750" spc="25">
                <a:latin typeface="Verdana"/>
                <a:cs typeface="Verdana"/>
              </a:rPr>
              <a:t>e</a:t>
            </a:r>
            <a:r>
              <a:rPr dirty="0" sz="1750" spc="-1889">
                <a:latin typeface="Verdana"/>
                <a:cs typeface="Verdana"/>
              </a:rPr>
              <a:t>-</a:t>
            </a:r>
            <a:r>
              <a:rPr dirty="0" sz="1750" spc="-25">
                <a:latin typeface="Verdana"/>
                <a:cs typeface="Verdana"/>
              </a:rPr>
              <a:t>e-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750" spc="-969">
                <a:latin typeface="Verdana"/>
                <a:cs typeface="Verdana"/>
              </a:rPr>
              <a:t>•</a:t>
            </a:r>
            <a:r>
              <a:rPr dirty="0" sz="1750" spc="-310">
                <a:latin typeface="Verdana"/>
                <a:cs typeface="Verdana"/>
              </a:rPr>
              <a:t>•</a:t>
            </a:r>
            <a:r>
              <a:rPr dirty="0" sz="1750" spc="215">
                <a:latin typeface="Verdana"/>
                <a:cs typeface="Verdana"/>
              </a:rPr>
              <a:t> </a:t>
            </a:r>
            <a:r>
              <a:rPr dirty="0" sz="1750" spc="-1095">
                <a:latin typeface="Verdana"/>
                <a:cs typeface="Verdana"/>
              </a:rPr>
              <a:t>T</a:t>
            </a:r>
            <a:r>
              <a:rPr dirty="0" sz="1750" spc="55">
                <a:latin typeface="Verdana"/>
                <a:cs typeface="Verdana"/>
              </a:rPr>
              <a:t>T</a:t>
            </a:r>
            <a:r>
              <a:rPr dirty="0" sz="1750" spc="-1125">
                <a:latin typeface="Verdana"/>
                <a:cs typeface="Verdana"/>
              </a:rPr>
              <a:t>h</a:t>
            </a:r>
            <a:r>
              <a:rPr dirty="0" sz="1750" spc="25">
                <a:latin typeface="Verdana"/>
                <a:cs typeface="Verdana"/>
              </a:rPr>
              <a:t>h</a:t>
            </a:r>
            <a:r>
              <a:rPr dirty="0" sz="1750" spc="-1050">
                <a:latin typeface="Verdana"/>
                <a:cs typeface="Verdana"/>
              </a:rPr>
              <a:t>e</a:t>
            </a:r>
            <a:r>
              <a:rPr dirty="0" sz="1750" spc="-5">
                <a:latin typeface="Verdana"/>
                <a:cs typeface="Verdana"/>
              </a:rPr>
              <a:t>e</a:t>
            </a:r>
            <a:r>
              <a:rPr dirty="0" sz="1750" spc="-1710">
                <a:latin typeface="Verdana"/>
                <a:cs typeface="Verdana"/>
              </a:rPr>
              <a:t>m</a:t>
            </a:r>
            <a:r>
              <a:rPr dirty="0" sz="1750" spc="-50">
                <a:latin typeface="Verdana"/>
                <a:cs typeface="Verdana"/>
              </a:rPr>
              <a:t>m</a:t>
            </a:r>
            <a:r>
              <a:rPr dirty="0" sz="1750" spc="-1050">
                <a:latin typeface="Verdana"/>
                <a:cs typeface="Verdana"/>
              </a:rPr>
              <a:t>e</a:t>
            </a:r>
            <a:r>
              <a:rPr dirty="0" sz="1750" spc="-5">
                <a:latin typeface="Verdana"/>
                <a:cs typeface="Verdana"/>
              </a:rPr>
              <a:t>e</a:t>
            </a:r>
            <a:r>
              <a:rPr dirty="0" sz="1750" spc="-805">
                <a:latin typeface="Verdana"/>
                <a:cs typeface="Verdana"/>
              </a:rPr>
              <a:t>-</a:t>
            </a:r>
            <a:r>
              <a:rPr dirty="0" sz="1750" spc="-50">
                <a:latin typeface="Verdana"/>
                <a:cs typeface="Verdana"/>
              </a:rPr>
              <a:t>-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750" spc="-969">
                <a:latin typeface="Verdana"/>
                <a:cs typeface="Verdana"/>
              </a:rPr>
              <a:t>•</a:t>
            </a:r>
            <a:r>
              <a:rPr dirty="0" sz="1750" spc="-310">
                <a:latin typeface="Verdana"/>
                <a:cs typeface="Verdana"/>
              </a:rPr>
              <a:t>•</a:t>
            </a:r>
            <a:r>
              <a:rPr dirty="0" sz="1750" spc="210">
                <a:latin typeface="Verdana"/>
                <a:cs typeface="Verdana"/>
              </a:rPr>
              <a:t> </a:t>
            </a:r>
            <a:r>
              <a:rPr dirty="0" sz="1750" spc="130">
                <a:latin typeface="Verdana"/>
                <a:cs typeface="Verdana"/>
              </a:rPr>
              <a:t>PS</a:t>
            </a:r>
            <a:r>
              <a:rPr dirty="0" sz="1750" spc="-160">
                <a:latin typeface="Verdana"/>
                <a:cs typeface="Verdana"/>
              </a:rPr>
              <a:t> </a:t>
            </a:r>
            <a:r>
              <a:rPr dirty="0" sz="1750" spc="135">
                <a:latin typeface="Verdana"/>
                <a:cs typeface="Verdana"/>
              </a:rPr>
              <a:t>C</a:t>
            </a:r>
            <a:r>
              <a:rPr dirty="0" sz="1750" spc="20">
                <a:latin typeface="Verdana"/>
                <a:cs typeface="Verdana"/>
              </a:rPr>
              <a:t>a</a:t>
            </a:r>
            <a:r>
              <a:rPr dirty="0" sz="1750" spc="-20">
                <a:latin typeface="Verdana"/>
                <a:cs typeface="Verdana"/>
              </a:rPr>
              <a:t>t</a:t>
            </a:r>
            <a:r>
              <a:rPr dirty="0" sz="1750" spc="-7155">
                <a:latin typeface="Verdana"/>
                <a:cs typeface="Verdana"/>
              </a:rPr>
              <a:t>e</a:t>
            </a:r>
            <a:r>
              <a:rPr dirty="0" sz="1750" spc="210">
                <a:latin typeface="Verdana"/>
                <a:cs typeface="Verdana"/>
              </a:rPr>
              <a:t>P</a:t>
            </a:r>
            <a:r>
              <a:rPr dirty="0" sz="1750" spc="40">
                <a:latin typeface="Verdana"/>
                <a:cs typeface="Verdana"/>
              </a:rPr>
              <a:t>S</a:t>
            </a:r>
            <a:r>
              <a:rPr dirty="0" sz="1750" spc="-160">
                <a:latin typeface="Verdana"/>
                <a:cs typeface="Verdana"/>
              </a:rPr>
              <a:t> </a:t>
            </a:r>
            <a:r>
              <a:rPr dirty="0" sz="1750" spc="140">
                <a:latin typeface="Verdana"/>
                <a:cs typeface="Verdana"/>
              </a:rPr>
              <a:t>C</a:t>
            </a:r>
            <a:r>
              <a:rPr dirty="0" sz="1750" spc="15">
                <a:latin typeface="Verdana"/>
                <a:cs typeface="Verdana"/>
              </a:rPr>
              <a:t>a</a:t>
            </a:r>
            <a:r>
              <a:rPr dirty="0" sz="1750" spc="-35">
                <a:latin typeface="Verdana"/>
                <a:cs typeface="Verdana"/>
              </a:rPr>
              <a:t>t</a:t>
            </a:r>
            <a:r>
              <a:rPr dirty="0" sz="1750" spc="-70">
                <a:latin typeface="Verdana"/>
                <a:cs typeface="Verdana"/>
              </a:rPr>
              <a:t>e</a:t>
            </a:r>
            <a:r>
              <a:rPr dirty="0" sz="1750" spc="75">
                <a:latin typeface="Verdana"/>
                <a:cs typeface="Verdana"/>
              </a:rPr>
              <a:t>g</a:t>
            </a:r>
            <a:r>
              <a:rPr dirty="0" sz="1750" spc="95">
                <a:latin typeface="Verdana"/>
                <a:cs typeface="Verdana"/>
              </a:rPr>
              <a:t>o</a:t>
            </a:r>
            <a:r>
              <a:rPr dirty="0" sz="1750" spc="-3125">
                <a:latin typeface="Verdana"/>
                <a:cs typeface="Verdana"/>
              </a:rPr>
              <a:t>r</a:t>
            </a:r>
            <a:r>
              <a:rPr dirty="0" sz="1750" spc="75">
                <a:latin typeface="Verdana"/>
                <a:cs typeface="Verdana"/>
              </a:rPr>
              <a:t>g</a:t>
            </a:r>
            <a:r>
              <a:rPr dirty="0" sz="1750" spc="95">
                <a:latin typeface="Verdana"/>
                <a:cs typeface="Verdana"/>
              </a:rPr>
              <a:t>o</a:t>
            </a:r>
            <a:r>
              <a:rPr dirty="0" sz="1750" spc="-95">
                <a:latin typeface="Verdana"/>
                <a:cs typeface="Verdana"/>
              </a:rPr>
              <a:t>r</a:t>
            </a:r>
            <a:r>
              <a:rPr dirty="0" sz="1750" spc="30">
                <a:latin typeface="Verdana"/>
                <a:cs typeface="Verdana"/>
              </a:rPr>
              <a:t>y</a:t>
            </a:r>
            <a:r>
              <a:rPr dirty="0" sz="1750" spc="-180">
                <a:latin typeface="Verdana"/>
                <a:cs typeface="Verdana"/>
              </a:rPr>
              <a:t>-</a:t>
            </a:r>
            <a:r>
              <a:rPr dirty="0" sz="1750" spc="-145">
                <a:latin typeface="Verdana"/>
                <a:cs typeface="Verdana"/>
              </a:rPr>
              <a:t> </a:t>
            </a:r>
            <a:r>
              <a:rPr dirty="0" sz="1750" spc="75">
                <a:latin typeface="Verdana"/>
                <a:cs typeface="Verdana"/>
              </a:rPr>
              <a:t>S</a:t>
            </a:r>
            <a:r>
              <a:rPr dirty="0" sz="1750" spc="105">
                <a:latin typeface="Verdana"/>
                <a:cs typeface="Verdana"/>
              </a:rPr>
              <a:t>o</a:t>
            </a:r>
            <a:r>
              <a:rPr dirty="0" sz="1750" spc="30">
                <a:latin typeface="Verdana"/>
                <a:cs typeface="Verdana"/>
              </a:rPr>
              <a:t>f</a:t>
            </a:r>
            <a:r>
              <a:rPr dirty="0" sz="1750" spc="-5995">
                <a:latin typeface="Verdana"/>
                <a:cs typeface="Verdana"/>
              </a:rPr>
              <a:t>t</a:t>
            </a:r>
            <a:r>
              <a:rPr dirty="0" sz="1750" spc="35">
                <a:latin typeface="Verdana"/>
                <a:cs typeface="Verdana"/>
              </a:rPr>
              <a:t>y</a:t>
            </a:r>
            <a:r>
              <a:rPr dirty="0" sz="1750" spc="-185">
                <a:latin typeface="Verdana"/>
                <a:cs typeface="Verdana"/>
              </a:rPr>
              <a:t>-</a:t>
            </a:r>
            <a:r>
              <a:rPr dirty="0" sz="1750" spc="-150">
                <a:latin typeface="Verdana"/>
                <a:cs typeface="Verdana"/>
              </a:rPr>
              <a:t> </a:t>
            </a:r>
            <a:r>
              <a:rPr dirty="0" sz="1750" spc="114">
                <a:latin typeface="Verdana"/>
                <a:cs typeface="Verdana"/>
              </a:rPr>
              <a:t>S</a:t>
            </a:r>
            <a:r>
              <a:rPr dirty="0" sz="1750" spc="145">
                <a:latin typeface="Verdana"/>
                <a:cs typeface="Verdana"/>
              </a:rPr>
              <a:t>o</a:t>
            </a:r>
            <a:r>
              <a:rPr dirty="0" sz="1750" spc="75">
                <a:latin typeface="Verdana"/>
                <a:cs typeface="Verdana"/>
              </a:rPr>
              <a:t>f</a:t>
            </a:r>
            <a:r>
              <a:rPr dirty="0" sz="1750" spc="-135">
                <a:latin typeface="Verdana"/>
                <a:cs typeface="Verdana"/>
              </a:rPr>
              <a:t>t</a:t>
            </a:r>
            <a:r>
              <a:rPr dirty="0" sz="1750" spc="95">
                <a:latin typeface="Verdana"/>
                <a:cs typeface="Verdana"/>
              </a:rPr>
              <a:t>w</a:t>
            </a:r>
            <a:r>
              <a:rPr dirty="0" sz="1750" spc="65">
                <a:latin typeface="Verdana"/>
                <a:cs typeface="Verdana"/>
              </a:rPr>
              <a:t>a</a:t>
            </a:r>
            <a:r>
              <a:rPr dirty="0" sz="1750" spc="-3300">
                <a:latin typeface="Verdana"/>
                <a:cs typeface="Verdana"/>
              </a:rPr>
              <a:t>r</a:t>
            </a:r>
            <a:r>
              <a:rPr dirty="0" sz="1750" spc="95">
                <a:latin typeface="Verdana"/>
                <a:cs typeface="Verdana"/>
              </a:rPr>
              <a:t>w</a:t>
            </a:r>
            <a:r>
              <a:rPr dirty="0" sz="1750" spc="65">
                <a:latin typeface="Verdana"/>
                <a:cs typeface="Verdana"/>
              </a:rPr>
              <a:t>a</a:t>
            </a:r>
            <a:r>
              <a:rPr dirty="0" sz="1750" spc="-75">
                <a:latin typeface="Verdana"/>
                <a:cs typeface="Verdana"/>
              </a:rPr>
              <a:t>r</a:t>
            </a:r>
            <a:r>
              <a:rPr dirty="0" sz="1750" spc="75">
                <a:latin typeface="Verdana"/>
                <a:cs typeface="Verdana"/>
              </a:rPr>
              <a:t>e</a:t>
            </a:r>
            <a:r>
              <a:rPr dirty="0" sz="1750" spc="-220">
                <a:latin typeface="Verdana"/>
                <a:cs typeface="Verdana"/>
              </a:rPr>
              <a:t>/</a:t>
            </a:r>
            <a:r>
              <a:rPr dirty="0" sz="1750" spc="110">
                <a:latin typeface="Verdana"/>
                <a:cs typeface="Verdana"/>
              </a:rPr>
              <a:t>H</a:t>
            </a:r>
            <a:r>
              <a:rPr dirty="0" sz="1750" spc="-4025">
                <a:latin typeface="Verdana"/>
                <a:cs typeface="Verdana"/>
              </a:rPr>
              <a:t>a</a:t>
            </a:r>
            <a:r>
              <a:rPr dirty="0" sz="1750" spc="75">
                <a:latin typeface="Verdana"/>
                <a:cs typeface="Verdana"/>
              </a:rPr>
              <a:t>e</a:t>
            </a:r>
            <a:r>
              <a:rPr dirty="0" sz="1750" spc="-220">
                <a:latin typeface="Verdana"/>
                <a:cs typeface="Verdana"/>
              </a:rPr>
              <a:t>/</a:t>
            </a:r>
            <a:r>
              <a:rPr dirty="0" sz="1750" spc="110">
                <a:latin typeface="Verdana"/>
                <a:cs typeface="Verdana"/>
              </a:rPr>
              <a:t>H</a:t>
            </a:r>
            <a:r>
              <a:rPr dirty="0" sz="1750" spc="-70">
                <a:latin typeface="Verdana"/>
                <a:cs typeface="Verdana"/>
              </a:rPr>
              <a:t>a</a:t>
            </a:r>
            <a:r>
              <a:rPr dirty="0" sz="1750" spc="45">
                <a:latin typeface="Verdana"/>
                <a:cs typeface="Verdana"/>
              </a:rPr>
              <a:t>r</a:t>
            </a:r>
            <a:r>
              <a:rPr dirty="0" sz="1750" spc="125">
                <a:latin typeface="Verdana"/>
                <a:cs typeface="Verdana"/>
              </a:rPr>
              <a:t>d</a:t>
            </a:r>
            <a:r>
              <a:rPr dirty="0" sz="1750" spc="-3350">
                <a:latin typeface="Verdana"/>
                <a:cs typeface="Verdana"/>
              </a:rPr>
              <a:t>w</a:t>
            </a:r>
            <a:r>
              <a:rPr dirty="0" sz="1750" spc="45">
                <a:latin typeface="Verdana"/>
                <a:cs typeface="Verdana"/>
              </a:rPr>
              <a:t>r</a:t>
            </a:r>
            <a:r>
              <a:rPr dirty="0" sz="1750" spc="125">
                <a:latin typeface="Verdana"/>
                <a:cs typeface="Verdana"/>
              </a:rPr>
              <a:t>d</a:t>
            </a:r>
            <a:r>
              <a:rPr dirty="0" sz="1750" spc="-20">
                <a:latin typeface="Verdana"/>
                <a:cs typeface="Verdana"/>
              </a:rPr>
              <a:t>w</a:t>
            </a:r>
            <a:r>
              <a:rPr dirty="0" sz="1750" spc="65">
                <a:latin typeface="Verdana"/>
                <a:cs typeface="Verdana"/>
              </a:rPr>
              <a:t>a</a:t>
            </a:r>
            <a:r>
              <a:rPr dirty="0" sz="1750" spc="45">
                <a:latin typeface="Verdana"/>
                <a:cs typeface="Verdana"/>
              </a:rPr>
              <a:t>r</a:t>
            </a:r>
            <a:r>
              <a:rPr dirty="0" sz="1750" spc="-2850">
                <a:latin typeface="Verdana"/>
                <a:cs typeface="Verdana"/>
              </a:rPr>
              <a:t>e</a:t>
            </a:r>
            <a:r>
              <a:rPr dirty="0" sz="1750" spc="65">
                <a:latin typeface="Verdana"/>
                <a:cs typeface="Verdana"/>
              </a:rPr>
              <a:t>a</a:t>
            </a:r>
            <a:r>
              <a:rPr dirty="0" sz="1750" spc="45">
                <a:latin typeface="Verdana"/>
                <a:cs typeface="Verdana"/>
              </a:rPr>
              <a:t>r</a:t>
            </a:r>
            <a:r>
              <a:rPr dirty="0" sz="1750" spc="40">
                <a:latin typeface="Verdana"/>
                <a:cs typeface="Verdana"/>
              </a:rPr>
              <a:t>e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750" spc="-969">
                <a:latin typeface="Verdana"/>
                <a:cs typeface="Verdana"/>
              </a:rPr>
              <a:t>•</a:t>
            </a:r>
            <a:r>
              <a:rPr dirty="0" sz="1750" spc="-310">
                <a:latin typeface="Verdana"/>
                <a:cs typeface="Verdana"/>
              </a:rPr>
              <a:t>•</a:t>
            </a:r>
            <a:r>
              <a:rPr dirty="0" sz="1750" spc="225">
                <a:latin typeface="Verdana"/>
                <a:cs typeface="Verdana"/>
              </a:rPr>
              <a:t> </a:t>
            </a:r>
            <a:r>
              <a:rPr dirty="0" sz="1750" spc="-1095">
                <a:latin typeface="Verdana"/>
                <a:cs typeface="Verdana"/>
              </a:rPr>
              <a:t>T</a:t>
            </a:r>
            <a:r>
              <a:rPr dirty="0" sz="1750" spc="-80">
                <a:latin typeface="Verdana"/>
                <a:cs typeface="Verdana"/>
              </a:rPr>
              <a:t>T</a:t>
            </a:r>
            <a:r>
              <a:rPr dirty="0" sz="1750" spc="-1055">
                <a:latin typeface="Verdana"/>
                <a:cs typeface="Verdana"/>
              </a:rPr>
              <a:t>e</a:t>
            </a:r>
            <a:r>
              <a:rPr dirty="0" sz="1750" spc="-10">
                <a:latin typeface="Verdana"/>
                <a:cs typeface="Verdana"/>
              </a:rPr>
              <a:t>e</a:t>
            </a:r>
            <a:r>
              <a:rPr dirty="0" sz="1750" spc="-1065">
                <a:latin typeface="Verdana"/>
                <a:cs typeface="Verdana"/>
              </a:rPr>
              <a:t>a</a:t>
            </a:r>
            <a:r>
              <a:rPr dirty="0" sz="1750" spc="-35">
                <a:latin typeface="Verdana"/>
                <a:cs typeface="Verdana"/>
              </a:rPr>
              <a:t>a</a:t>
            </a:r>
            <a:r>
              <a:rPr dirty="0" sz="1750" spc="-1720">
                <a:latin typeface="Verdana"/>
                <a:cs typeface="Verdana"/>
              </a:rPr>
              <a:t>m</a:t>
            </a:r>
            <a:r>
              <a:rPr dirty="0" sz="1750" spc="-50">
                <a:latin typeface="Verdana"/>
                <a:cs typeface="Verdana"/>
              </a:rPr>
              <a:t>m</a:t>
            </a:r>
            <a:r>
              <a:rPr dirty="0" sz="1750" spc="-15">
                <a:latin typeface="Verdana"/>
                <a:cs typeface="Verdana"/>
              </a:rPr>
              <a:t> </a:t>
            </a:r>
            <a:r>
              <a:rPr dirty="0" sz="1750" spc="-819">
                <a:latin typeface="Verdana"/>
                <a:cs typeface="Verdana"/>
              </a:rPr>
              <a:t>I</a:t>
            </a:r>
            <a:r>
              <a:rPr dirty="0" sz="1750" spc="-355">
                <a:latin typeface="Verdana"/>
                <a:cs typeface="Verdana"/>
              </a:rPr>
              <a:t>I</a:t>
            </a:r>
            <a:r>
              <a:rPr dirty="0" sz="1750" spc="-1330">
                <a:latin typeface="Verdana"/>
                <a:cs typeface="Verdana"/>
              </a:rPr>
              <a:t>D</a:t>
            </a:r>
            <a:r>
              <a:rPr dirty="0" sz="1750" spc="15">
                <a:latin typeface="Verdana"/>
                <a:cs typeface="Verdana"/>
              </a:rPr>
              <a:t>D</a:t>
            </a:r>
            <a:r>
              <a:rPr dirty="0" sz="1750" spc="-865">
                <a:latin typeface="Verdana"/>
                <a:cs typeface="Verdana"/>
              </a:rPr>
              <a:t>-</a:t>
            </a:r>
            <a:r>
              <a:rPr dirty="0" sz="1750" spc="-50">
                <a:latin typeface="Verdana"/>
                <a:cs typeface="Verdana"/>
              </a:rPr>
              <a:t>-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750" spc="-969">
                <a:latin typeface="Verdana"/>
                <a:cs typeface="Verdana"/>
              </a:rPr>
              <a:t>•</a:t>
            </a:r>
            <a:r>
              <a:rPr dirty="0" sz="1750" spc="-310">
                <a:latin typeface="Verdana"/>
                <a:cs typeface="Verdana"/>
              </a:rPr>
              <a:t>•</a:t>
            </a:r>
            <a:r>
              <a:rPr dirty="0" sz="1750" spc="235">
                <a:latin typeface="Verdana"/>
                <a:cs typeface="Verdana"/>
              </a:rPr>
              <a:t> </a:t>
            </a:r>
            <a:r>
              <a:rPr dirty="0" sz="1750" spc="-1095">
                <a:latin typeface="Verdana"/>
                <a:cs typeface="Verdana"/>
              </a:rPr>
              <a:t>T</a:t>
            </a:r>
            <a:r>
              <a:rPr dirty="0" sz="1750" spc="-80">
                <a:latin typeface="Verdana"/>
                <a:cs typeface="Verdana"/>
              </a:rPr>
              <a:t>T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>
                <a:latin typeface="Verdana"/>
                <a:cs typeface="Verdana"/>
              </a:rPr>
              <a:t>a</a:t>
            </a:r>
            <a:r>
              <a:rPr dirty="0" sz="1750" spc="-3850">
                <a:latin typeface="Verdana"/>
                <a:cs typeface="Verdana"/>
              </a:rPr>
              <a:t>m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>
                <a:latin typeface="Verdana"/>
                <a:cs typeface="Verdana"/>
              </a:rPr>
              <a:t>a</a:t>
            </a:r>
            <a:r>
              <a:rPr dirty="0" sz="1750" spc="-50">
                <a:latin typeface="Verdana"/>
                <a:cs typeface="Verdana"/>
              </a:rPr>
              <a:t>m</a:t>
            </a:r>
            <a:r>
              <a:rPr dirty="0" sz="1750" spc="-25">
                <a:latin typeface="Verdana"/>
                <a:cs typeface="Verdana"/>
              </a:rPr>
              <a:t> </a:t>
            </a:r>
            <a:r>
              <a:rPr dirty="0" sz="1750" spc="-1325">
                <a:latin typeface="Verdana"/>
                <a:cs typeface="Verdana"/>
              </a:rPr>
              <a:t>N</a:t>
            </a:r>
            <a:r>
              <a:rPr dirty="0" sz="1750" spc="-65">
                <a:latin typeface="Verdana"/>
                <a:cs typeface="Verdana"/>
              </a:rPr>
              <a:t>N</a:t>
            </a:r>
            <a:r>
              <a:rPr dirty="0" sz="1750">
                <a:latin typeface="Verdana"/>
                <a:cs typeface="Verdana"/>
              </a:rPr>
              <a:t>a</a:t>
            </a:r>
            <a:r>
              <a:rPr dirty="0" sz="1750" spc="-35">
                <a:latin typeface="Verdana"/>
                <a:cs typeface="Verdana"/>
              </a:rPr>
              <a:t>m</a:t>
            </a:r>
            <a:r>
              <a:rPr dirty="0" sz="1750" spc="-3795">
                <a:latin typeface="Verdana"/>
                <a:cs typeface="Verdana"/>
              </a:rPr>
              <a:t>e</a:t>
            </a:r>
            <a:r>
              <a:rPr dirty="0" sz="1750">
                <a:latin typeface="Verdana"/>
                <a:cs typeface="Verdana"/>
              </a:rPr>
              <a:t>a</a:t>
            </a:r>
            <a:r>
              <a:rPr dirty="0" sz="1750" spc="-35">
                <a:latin typeface="Verdana"/>
                <a:cs typeface="Verdana"/>
              </a:rPr>
              <a:t>m</a:t>
            </a:r>
            <a:r>
              <a:rPr dirty="0" sz="1750" spc="-5">
                <a:latin typeface="Verdana"/>
                <a:cs typeface="Verdana"/>
              </a:rPr>
              <a:t>e</a:t>
            </a:r>
            <a:r>
              <a:rPr dirty="0" sz="1750" spc="-15">
                <a:latin typeface="Verdana"/>
                <a:cs typeface="Verdana"/>
              </a:rPr>
              <a:t> </a:t>
            </a:r>
            <a:r>
              <a:rPr dirty="0" sz="1750" spc="-805">
                <a:latin typeface="Verdana"/>
                <a:cs typeface="Verdana"/>
              </a:rPr>
              <a:t>(</a:t>
            </a:r>
            <a:r>
              <a:rPr dirty="0" sz="1750" spc="-260">
                <a:latin typeface="Verdana"/>
                <a:cs typeface="Verdana"/>
              </a:rPr>
              <a:t>(</a:t>
            </a:r>
            <a:r>
              <a:rPr dirty="0" sz="1750" spc="130">
                <a:latin typeface="Verdana"/>
                <a:cs typeface="Verdana"/>
              </a:rPr>
              <a:t>R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 spc="60">
                <a:latin typeface="Verdana"/>
                <a:cs typeface="Verdana"/>
              </a:rPr>
              <a:t>g</a:t>
            </a:r>
            <a:r>
              <a:rPr dirty="0" sz="1750" spc="45">
                <a:latin typeface="Verdana"/>
                <a:cs typeface="Verdana"/>
              </a:rPr>
              <a:t>i</a:t>
            </a:r>
            <a:r>
              <a:rPr dirty="0" sz="1750" spc="-5050">
                <a:latin typeface="Verdana"/>
                <a:cs typeface="Verdana"/>
              </a:rPr>
              <a:t>s</a:t>
            </a:r>
            <a:r>
              <a:rPr dirty="0" sz="1750" spc="130">
                <a:latin typeface="Verdana"/>
                <a:cs typeface="Verdana"/>
              </a:rPr>
              <a:t>R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 spc="60">
                <a:latin typeface="Verdana"/>
                <a:cs typeface="Verdana"/>
              </a:rPr>
              <a:t>g</a:t>
            </a:r>
            <a:r>
              <a:rPr dirty="0" sz="1750" spc="45">
                <a:latin typeface="Verdana"/>
                <a:cs typeface="Verdana"/>
              </a:rPr>
              <a:t>i</a:t>
            </a:r>
            <a:r>
              <a:rPr dirty="0" sz="1750" spc="40">
                <a:latin typeface="Verdana"/>
                <a:cs typeface="Verdana"/>
              </a:rPr>
              <a:t>s</a:t>
            </a:r>
            <a:r>
              <a:rPr dirty="0" sz="1750" spc="-55">
                <a:latin typeface="Verdana"/>
                <a:cs typeface="Verdana"/>
              </a:rPr>
              <a:t>t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 spc="-10">
                <a:latin typeface="Verdana"/>
                <a:cs typeface="Verdana"/>
              </a:rPr>
              <a:t>r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 spc="-4630">
                <a:latin typeface="Verdana"/>
                <a:cs typeface="Verdana"/>
              </a:rPr>
              <a:t>d</a:t>
            </a:r>
            <a:r>
              <a:rPr dirty="0" sz="1750" spc="-55">
                <a:latin typeface="Verdana"/>
                <a:cs typeface="Verdana"/>
              </a:rPr>
              <a:t>t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 spc="-10">
                <a:latin typeface="Verdana"/>
                <a:cs typeface="Verdana"/>
              </a:rPr>
              <a:t>r</a:t>
            </a:r>
            <a:r>
              <a:rPr dirty="0" sz="1750" spc="10">
                <a:latin typeface="Verdana"/>
                <a:cs typeface="Verdana"/>
              </a:rPr>
              <a:t>e</a:t>
            </a:r>
            <a:r>
              <a:rPr dirty="0" sz="1750" spc="45">
                <a:latin typeface="Verdana"/>
                <a:cs typeface="Verdana"/>
              </a:rPr>
              <a:t>d</a:t>
            </a:r>
            <a:r>
              <a:rPr dirty="0" sz="1750" spc="-155">
                <a:latin typeface="Verdana"/>
                <a:cs typeface="Verdana"/>
              </a:rPr>
              <a:t> </a:t>
            </a:r>
            <a:r>
              <a:rPr dirty="0" sz="1750" spc="80">
                <a:latin typeface="Verdana"/>
                <a:cs typeface="Verdana"/>
              </a:rPr>
              <a:t>o</a:t>
            </a:r>
            <a:r>
              <a:rPr dirty="0" sz="1750" spc="-2295">
                <a:latin typeface="Verdana"/>
                <a:cs typeface="Verdana"/>
              </a:rPr>
              <a:t>n</a:t>
            </a:r>
            <a:r>
              <a:rPr dirty="0" sz="1750" spc="80">
                <a:latin typeface="Verdana"/>
                <a:cs typeface="Verdana"/>
              </a:rPr>
              <a:t>o</a:t>
            </a:r>
            <a:r>
              <a:rPr dirty="0" sz="1750" spc="20">
                <a:latin typeface="Verdana"/>
                <a:cs typeface="Verdana"/>
              </a:rPr>
              <a:t>n</a:t>
            </a:r>
            <a:r>
              <a:rPr dirty="0" sz="1750" spc="-15">
                <a:latin typeface="Verdana"/>
                <a:cs typeface="Verdana"/>
              </a:rPr>
              <a:t> </a:t>
            </a:r>
            <a:r>
              <a:rPr dirty="0" sz="1750" spc="125">
                <a:latin typeface="Verdana"/>
                <a:cs typeface="Verdana"/>
              </a:rPr>
              <a:t>p</a:t>
            </a:r>
            <a:r>
              <a:rPr dirty="0" sz="1750" spc="-2185">
                <a:latin typeface="Verdana"/>
                <a:cs typeface="Verdana"/>
              </a:rPr>
              <a:t>o</a:t>
            </a:r>
            <a:r>
              <a:rPr dirty="0" sz="1750" spc="125">
                <a:latin typeface="Verdana"/>
                <a:cs typeface="Verdana"/>
              </a:rPr>
              <a:t>p</a:t>
            </a:r>
            <a:r>
              <a:rPr dirty="0" sz="1750" spc="30">
                <a:latin typeface="Verdana"/>
                <a:cs typeface="Verdana"/>
              </a:rPr>
              <a:t>o</a:t>
            </a:r>
            <a:r>
              <a:rPr dirty="0" sz="1750" spc="40">
                <a:latin typeface="Verdana"/>
                <a:cs typeface="Verdana"/>
              </a:rPr>
              <a:t>r</a:t>
            </a:r>
            <a:r>
              <a:rPr dirty="0" sz="1750" spc="-5">
                <a:latin typeface="Verdana"/>
                <a:cs typeface="Verdana"/>
              </a:rPr>
              <a:t>t</a:t>
            </a:r>
            <a:r>
              <a:rPr dirty="0" sz="1750" spc="65">
                <a:latin typeface="Verdana"/>
                <a:cs typeface="Verdana"/>
              </a:rPr>
              <a:t>a</a:t>
            </a:r>
            <a:r>
              <a:rPr dirty="0" sz="1750" spc="90">
                <a:latin typeface="Verdana"/>
                <a:cs typeface="Verdana"/>
              </a:rPr>
              <a:t>l</a:t>
            </a:r>
            <a:r>
              <a:rPr dirty="0" sz="1750" spc="-3745">
                <a:latin typeface="Verdana"/>
                <a:cs typeface="Verdana"/>
              </a:rPr>
              <a:t>)</a:t>
            </a:r>
            <a:r>
              <a:rPr dirty="0" sz="1750" spc="40">
                <a:latin typeface="Verdana"/>
                <a:cs typeface="Verdana"/>
              </a:rPr>
              <a:t>r</a:t>
            </a:r>
            <a:r>
              <a:rPr dirty="0" sz="1750" spc="-5">
                <a:latin typeface="Verdana"/>
                <a:cs typeface="Verdana"/>
              </a:rPr>
              <a:t>t</a:t>
            </a:r>
            <a:r>
              <a:rPr dirty="0" sz="1750" spc="65">
                <a:latin typeface="Verdana"/>
                <a:cs typeface="Verdana"/>
              </a:rPr>
              <a:t>a</a:t>
            </a:r>
            <a:r>
              <a:rPr dirty="0" sz="1750" spc="90">
                <a:latin typeface="Verdana"/>
                <a:cs typeface="Verdana"/>
              </a:rPr>
              <a:t>l</a:t>
            </a:r>
            <a:r>
              <a:rPr dirty="0" sz="1750" spc="-125">
                <a:latin typeface="Verdana"/>
                <a:cs typeface="Verdana"/>
              </a:rPr>
              <a:t>)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54"/>
            <a:ext cx="9525000" cy="5358130"/>
            <a:chOff x="0" y="254"/>
            <a:chExt cx="9525000" cy="53581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3" y="254"/>
              <a:ext cx="9506586" cy="8636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" y="85723"/>
              <a:ext cx="9511230" cy="5272607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2025" y="1215631"/>
            <a:ext cx="4350664" cy="185854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882" y="1226186"/>
            <a:ext cx="4350664" cy="362204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219076"/>
            <a:ext cx="9525000" cy="5133975"/>
            <a:chOff x="0" y="219076"/>
            <a:chExt cx="9525000" cy="5133975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2025" y="3126970"/>
              <a:ext cx="4350664" cy="172125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219076"/>
              <a:ext cx="9525000" cy="5133975"/>
            </a:xfrm>
            <a:custGeom>
              <a:avLst/>
              <a:gdLst/>
              <a:ahLst/>
              <a:cxnLst/>
              <a:rect l="l" t="t" r="r" b="b"/>
              <a:pathLst>
                <a:path w="9525000" h="5133975">
                  <a:moveTo>
                    <a:pt x="9525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525000" y="513397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17532" y="1724025"/>
              <a:ext cx="359410" cy="9525"/>
            </a:xfrm>
            <a:custGeom>
              <a:avLst/>
              <a:gdLst/>
              <a:ahLst/>
              <a:cxnLst/>
              <a:rect l="l" t="t" r="r" b="b"/>
              <a:pathLst>
                <a:path w="359410" h="9525">
                  <a:moveTo>
                    <a:pt x="359092" y="0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2900" y="9525"/>
                  </a:lnTo>
                  <a:lnTo>
                    <a:pt x="359092" y="9525"/>
                  </a:lnTo>
                  <a:lnTo>
                    <a:pt x="359092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76238"/>
                  </a:lnTo>
                  <a:lnTo>
                    <a:pt x="0" y="380658"/>
                  </a:lnTo>
                  <a:lnTo>
                    <a:pt x="28917" y="409576"/>
                  </a:lnTo>
                  <a:lnTo>
                    <a:pt x="7333907" y="409576"/>
                  </a:lnTo>
                  <a:lnTo>
                    <a:pt x="7362825" y="380658"/>
                  </a:lnTo>
                  <a:lnTo>
                    <a:pt x="7362825" y="28917"/>
                  </a:lnTo>
                  <a:lnTo>
                    <a:pt x="7338161" y="83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8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34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38"/>
                  </a:lnTo>
                  <a:lnTo>
                    <a:pt x="7342238" y="2540"/>
                  </a:lnTo>
                  <a:lnTo>
                    <a:pt x="7346327" y="4229"/>
                  </a:lnTo>
                  <a:lnTo>
                    <a:pt x="7349934" y="6642"/>
                  </a:lnTo>
                  <a:lnTo>
                    <a:pt x="7353058" y="9766"/>
                  </a:lnTo>
                  <a:lnTo>
                    <a:pt x="7356183" y="12890"/>
                  </a:lnTo>
                  <a:lnTo>
                    <a:pt x="7358596" y="16497"/>
                  </a:lnTo>
                  <a:lnTo>
                    <a:pt x="7360285" y="20574"/>
                  </a:lnTo>
                  <a:lnTo>
                    <a:pt x="7361974" y="24663"/>
                  </a:lnTo>
                  <a:lnTo>
                    <a:pt x="7362825" y="28917"/>
                  </a:lnTo>
                  <a:lnTo>
                    <a:pt x="7362825" y="33337"/>
                  </a:lnTo>
                  <a:lnTo>
                    <a:pt x="7362825" y="376238"/>
                  </a:lnTo>
                  <a:lnTo>
                    <a:pt x="7362825" y="380658"/>
                  </a:lnTo>
                  <a:lnTo>
                    <a:pt x="7361974" y="384910"/>
                  </a:lnTo>
                  <a:lnTo>
                    <a:pt x="7360285" y="388993"/>
                  </a:lnTo>
                  <a:lnTo>
                    <a:pt x="7358596" y="393080"/>
                  </a:lnTo>
                  <a:lnTo>
                    <a:pt x="7342238" y="407036"/>
                  </a:lnTo>
                  <a:lnTo>
                    <a:pt x="7338161" y="408727"/>
                  </a:lnTo>
                  <a:lnTo>
                    <a:pt x="7333907" y="409576"/>
                  </a:lnTo>
                  <a:lnTo>
                    <a:pt x="7329487" y="409576"/>
                  </a:lnTo>
                  <a:lnTo>
                    <a:pt x="33337" y="409576"/>
                  </a:lnTo>
                  <a:lnTo>
                    <a:pt x="28917" y="409576"/>
                  </a:lnTo>
                  <a:lnTo>
                    <a:pt x="24665" y="408727"/>
                  </a:lnTo>
                  <a:lnTo>
                    <a:pt x="0" y="380658"/>
                  </a:lnTo>
                  <a:lnTo>
                    <a:pt x="0" y="376238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49934" y="6637"/>
                  </a:lnTo>
                  <a:lnTo>
                    <a:pt x="7353058" y="9762"/>
                  </a:lnTo>
                  <a:lnTo>
                    <a:pt x="7356183" y="12887"/>
                  </a:lnTo>
                  <a:lnTo>
                    <a:pt x="7358596" y="16494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140047" y="3951149"/>
            <a:ext cx="1244600" cy="652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Sa</a:t>
            </a:r>
            <a:r>
              <a:rPr dirty="0" sz="1100" spc="160">
                <a:solidFill>
                  <a:srgbClr val="AAAAA9"/>
                </a:solidFill>
                <a:latin typeface="Arial"/>
                <a:cs typeface="Arial"/>
              </a:rPr>
              <a:t>v</a:t>
            </a: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900" spc="-50">
                <a:solidFill>
                  <a:srgbClr val="AAAAA9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pr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efe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n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165">
                <a:solidFill>
                  <a:srgbClr val="AAAAA9"/>
                </a:solidFill>
                <a:latin typeface="Lucida Sans Unicode"/>
                <a:cs typeface="Lucida Sans Unicode"/>
              </a:rPr>
              <a:t>Acce</a:t>
            </a:r>
            <a:r>
              <a:rPr dirty="0" sz="1100" spc="165">
                <a:solidFill>
                  <a:srgbClr val="AAAAA9"/>
                </a:solidFill>
                <a:latin typeface="Arial"/>
                <a:cs typeface="Arial"/>
              </a:rPr>
              <a:t>pt</a:t>
            </a:r>
            <a:r>
              <a:rPr dirty="0" sz="1100" spc="-90">
                <a:solidFill>
                  <a:srgbClr val="AAAAA9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AAAAA9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70">
                <a:solidFill>
                  <a:srgbClr val="AAAAA9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52400" y="2305050"/>
            <a:ext cx="8296275" cy="2876550"/>
            <a:chOff x="152400" y="2305050"/>
            <a:chExt cx="8296275" cy="2876550"/>
          </a:xfrm>
        </p:grpSpPr>
        <p:sp>
          <p:nvSpPr>
            <p:cNvPr id="17" name="object 17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2400" y="23050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449" y="2324100"/>
              <a:ext cx="171450" cy="17145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52400" y="26670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449" y="2686050"/>
              <a:ext cx="171450" cy="17145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52400" y="30289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1" y="209549"/>
                  </a:lnTo>
                  <a:lnTo>
                    <a:pt x="314328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449" y="3048000"/>
              <a:ext cx="171450" cy="17145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39700" y="322816"/>
            <a:ext cx="882205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4100"/>
              </a:lnSpc>
              <a:spcBef>
                <a:spcPts val="90"/>
              </a:spcBef>
            </a:pP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21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purpos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/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die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2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rv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3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lopm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1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2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eci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olo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6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225">
                <a:solidFill>
                  <a:srgbClr val="282828"/>
                </a:solidFill>
                <a:latin typeface="Georgia"/>
                <a:cs typeface="Georgia"/>
              </a:rPr>
              <a:t> 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 marR="165100">
              <a:lnSpc>
                <a:spcPct val="1641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0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IP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2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 spc="1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egi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efe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k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nk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;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qu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750" spc="5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not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ee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pt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defa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ult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los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only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6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8"/>
              </a:rPr>
              <a:t>P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8"/>
              </a:rPr>
              <a:t>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8"/>
              </a:rPr>
              <a:t>i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8"/>
              </a:rPr>
              <a:t>v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8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  <a:hlinkClick r:id="rId8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  <a:hlinkClick r:id="rId8"/>
              </a:rPr>
              <a:t> 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8"/>
              </a:rPr>
              <a:t>P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8"/>
              </a:rPr>
              <a:t>ol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8"/>
              </a:rPr>
              <a:t>ic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8"/>
              </a:rPr>
              <a:t>y</a:t>
            </a:r>
            <a:endParaRPr sz="800">
              <a:latin typeface="Georgia"/>
              <a:cs typeface="Georgia"/>
            </a:endParaRPr>
          </a:p>
          <a:p>
            <a:pPr marL="12700" marR="7738109">
              <a:lnSpc>
                <a:spcPct val="140600"/>
              </a:lnSpc>
            </a:pP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S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tor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229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efe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n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ce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Thi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d</a:t>
            </a:r>
            <a:r>
              <a:rPr dirty="0" u="sng" sz="800" spc="-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Pa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rt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ie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47434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tor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age</a:t>
            </a:r>
            <a:endParaRPr sz="800">
              <a:latin typeface="Lucida Sans Unicode"/>
              <a:cs typeface="Lucida Sans Unicode"/>
            </a:endParaRPr>
          </a:p>
          <a:p>
            <a:pPr marL="474345" marR="7282180">
              <a:lnSpc>
                <a:spcPct val="2969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g Pe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lyt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52400" y="3390900"/>
            <a:ext cx="419100" cy="209550"/>
          </a:xfrm>
          <a:custGeom>
            <a:avLst/>
            <a:gdLst/>
            <a:ahLst/>
            <a:cxnLst/>
            <a:rect l="l" t="t" r="r" b="b"/>
            <a:pathLst>
              <a:path w="419100" h="209550">
                <a:moveTo>
                  <a:pt x="314324" y="0"/>
                </a:moveTo>
                <a:lnTo>
                  <a:pt x="104774" y="0"/>
                </a:lnTo>
                <a:lnTo>
                  <a:pt x="94453" y="497"/>
                </a:lnTo>
                <a:lnTo>
                  <a:pt x="55334" y="12388"/>
                </a:lnTo>
                <a:lnTo>
                  <a:pt x="23743" y="38336"/>
                </a:lnTo>
                <a:lnTo>
                  <a:pt x="4487" y="74408"/>
                </a:lnTo>
                <a:lnTo>
                  <a:pt x="0" y="104774"/>
                </a:lnTo>
                <a:lnTo>
                  <a:pt x="498" y="115097"/>
                </a:lnTo>
                <a:lnTo>
                  <a:pt x="12385" y="154215"/>
                </a:lnTo>
                <a:lnTo>
                  <a:pt x="38337" y="185808"/>
                </a:lnTo>
                <a:lnTo>
                  <a:pt x="74405" y="205065"/>
                </a:lnTo>
                <a:lnTo>
                  <a:pt x="104772" y="209549"/>
                </a:lnTo>
                <a:lnTo>
                  <a:pt x="314327" y="209549"/>
                </a:lnTo>
                <a:lnTo>
                  <a:pt x="354418" y="201574"/>
                </a:lnTo>
                <a:lnTo>
                  <a:pt x="388411" y="178866"/>
                </a:lnTo>
                <a:lnTo>
                  <a:pt x="411123" y="144868"/>
                </a:lnTo>
                <a:lnTo>
                  <a:pt x="419099" y="104775"/>
                </a:lnTo>
                <a:lnTo>
                  <a:pt x="418601" y="94454"/>
                </a:lnTo>
                <a:lnTo>
                  <a:pt x="406713" y="55334"/>
                </a:lnTo>
                <a:lnTo>
                  <a:pt x="380762" y="23741"/>
                </a:lnTo>
                <a:lnTo>
                  <a:pt x="344694" y="4484"/>
                </a:lnTo>
                <a:lnTo>
                  <a:pt x="3143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 descr=""/>
          <p:cNvGrpSpPr/>
          <p:nvPr/>
        </p:nvGrpSpPr>
        <p:grpSpPr>
          <a:xfrm>
            <a:off x="171450" y="404812"/>
            <a:ext cx="9168130" cy="3176905"/>
            <a:chOff x="171450" y="404812"/>
            <a:chExt cx="9168130" cy="3176905"/>
          </a:xfrm>
        </p:grpSpPr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450" y="3409950"/>
              <a:ext cx="171450" cy="17145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46708" y="550484"/>
            <a:ext cx="8641080" cy="4719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8125">
              <a:lnSpc>
                <a:spcPts val="1355"/>
              </a:lnSpc>
            </a:pPr>
            <a:r>
              <a:rPr dirty="0" baseline="-29914" sz="2925" spc="997">
                <a:latin typeface="Times New Roman"/>
                <a:cs typeface="Times New Roman"/>
              </a:rPr>
              <a:t>I</a:t>
            </a:r>
            <a:r>
              <a:rPr dirty="0" baseline="-29914" sz="2925" spc="652">
                <a:latin typeface="Times New Roman"/>
                <a:cs typeface="Times New Roman"/>
              </a:rPr>
              <a:t>D</a:t>
            </a:r>
            <a:r>
              <a:rPr dirty="0" baseline="-29914" sz="2925" spc="937">
                <a:latin typeface="Times New Roman"/>
                <a:cs typeface="Times New Roman"/>
              </a:rPr>
              <a:t>E</a:t>
            </a:r>
            <a:r>
              <a:rPr dirty="0" baseline="-29914" sz="2925" spc="-9772">
                <a:latin typeface="Times New Roman"/>
                <a:cs typeface="Times New Roman"/>
              </a:rPr>
              <a:t>A</a:t>
            </a:r>
            <a:r>
              <a:rPr dirty="0" baseline="-29914" sz="2925" spc="997">
                <a:latin typeface="Times New Roman"/>
                <a:cs typeface="Times New Roman"/>
              </a:rPr>
              <a:t>I</a:t>
            </a:r>
            <a:r>
              <a:rPr dirty="0" baseline="-29914" sz="2925" spc="652">
                <a:latin typeface="Times New Roman"/>
                <a:cs typeface="Times New Roman"/>
              </a:rPr>
              <a:t>D</a:t>
            </a:r>
            <a:r>
              <a:rPr dirty="0" baseline="-29914" sz="2925" spc="937">
                <a:latin typeface="Times New Roman"/>
                <a:cs typeface="Times New Roman"/>
              </a:rPr>
              <a:t>E</a:t>
            </a:r>
            <a:r>
              <a:rPr dirty="0" baseline="-29914" sz="2925" spc="705">
                <a:latin typeface="Times New Roman"/>
                <a:cs typeface="Times New Roman"/>
              </a:rPr>
              <a:t>A</a:t>
            </a:r>
            <a:r>
              <a:rPr dirty="0" baseline="-29914" sz="2925" spc="254">
                <a:latin typeface="Times New Roman"/>
                <a:cs typeface="Times New Roman"/>
              </a:rPr>
              <a:t> </a:t>
            </a:r>
            <a:r>
              <a:rPr dirty="0" baseline="-29914" sz="2925" spc="967">
                <a:latin typeface="Times New Roman"/>
                <a:cs typeface="Times New Roman"/>
              </a:rPr>
              <a:t>T</a:t>
            </a:r>
            <a:r>
              <a:rPr dirty="0" baseline="-29914" sz="2925" spc="719">
                <a:latin typeface="Times New Roman"/>
                <a:cs typeface="Times New Roman"/>
              </a:rPr>
              <a:t>I</a:t>
            </a:r>
            <a:r>
              <a:rPr dirty="0" baseline="-29914" sz="2925" spc="967">
                <a:latin typeface="Times New Roman"/>
                <a:cs typeface="Times New Roman"/>
              </a:rPr>
              <a:t>T</a:t>
            </a:r>
            <a:r>
              <a:rPr dirty="0" baseline="-29914" sz="2925" spc="960">
                <a:latin typeface="Times New Roman"/>
                <a:cs typeface="Times New Roman"/>
              </a:rPr>
              <a:t>L</a:t>
            </a:r>
            <a:r>
              <a:rPr dirty="0" baseline="-29914" sz="2925" spc="-11805">
                <a:latin typeface="Times New Roman"/>
                <a:cs typeface="Times New Roman"/>
              </a:rPr>
              <a:t>E</a:t>
            </a:r>
            <a:r>
              <a:rPr dirty="0" baseline="-29914" sz="2925" spc="967">
                <a:latin typeface="Times New Roman"/>
                <a:cs typeface="Times New Roman"/>
              </a:rPr>
              <a:t>T</a:t>
            </a:r>
            <a:r>
              <a:rPr dirty="0" baseline="-29914" sz="2925" spc="719">
                <a:latin typeface="Times New Roman"/>
                <a:cs typeface="Times New Roman"/>
              </a:rPr>
              <a:t>I</a:t>
            </a:r>
            <a:r>
              <a:rPr dirty="0" baseline="-29914" sz="2925" spc="967">
                <a:latin typeface="Times New Roman"/>
                <a:cs typeface="Times New Roman"/>
              </a:rPr>
              <a:t>T</a:t>
            </a:r>
            <a:r>
              <a:rPr dirty="0" baseline="-29914" sz="2925" spc="960">
                <a:latin typeface="Times New Roman"/>
                <a:cs typeface="Times New Roman"/>
              </a:rPr>
              <a:t>L</a:t>
            </a:r>
            <a:r>
              <a:rPr dirty="0" baseline="-29914" sz="2925" spc="-55687">
                <a:latin typeface="Times New Roman"/>
                <a:cs typeface="Times New Roman"/>
              </a:rPr>
              <a:t>E</a:t>
            </a:r>
            <a:r>
              <a:rPr dirty="0" sz="1200" spc="-90">
                <a:latin typeface="Arial"/>
                <a:cs typeface="Arial"/>
              </a:rPr>
              <a:t>C</a:t>
            </a:r>
            <a:r>
              <a:rPr dirty="0" sz="1200" spc="10">
                <a:latin typeface="Arial"/>
                <a:cs typeface="Arial"/>
              </a:rPr>
              <a:t>O</a:t>
            </a:r>
            <a:r>
              <a:rPr dirty="0" sz="1200" spc="30">
                <a:latin typeface="Arial"/>
                <a:cs typeface="Arial"/>
              </a:rPr>
              <a:t>D</a:t>
            </a:r>
            <a:r>
              <a:rPr dirty="0" sz="1200" spc="-85">
                <a:latin typeface="Arial"/>
                <a:cs typeface="Arial"/>
              </a:rPr>
              <a:t>E</a:t>
            </a:r>
            <a:r>
              <a:rPr dirty="0" sz="1200" spc="-114">
                <a:latin typeface="Arial"/>
                <a:cs typeface="Arial"/>
              </a:rPr>
              <a:t>S</a:t>
            </a:r>
            <a:r>
              <a:rPr dirty="0" sz="1200">
                <a:latin typeface="Arial"/>
                <a:cs typeface="Arial"/>
              </a:rPr>
              <a:t>T</a:t>
            </a:r>
            <a:r>
              <a:rPr dirty="0" sz="1200" spc="-70">
                <a:latin typeface="Arial"/>
                <a:cs typeface="Arial"/>
              </a:rPr>
              <a:t>R</a:t>
            </a:r>
            <a:r>
              <a:rPr dirty="0" sz="1200" spc="135">
                <a:latin typeface="Arial"/>
                <a:cs typeface="Arial"/>
              </a:rPr>
              <a:t>I</a:t>
            </a:r>
            <a:r>
              <a:rPr dirty="0" sz="1200" spc="-6430">
                <a:latin typeface="Arial"/>
                <a:cs typeface="Arial"/>
              </a:rPr>
              <a:t>X</a:t>
            </a:r>
            <a:r>
              <a:rPr dirty="0" sz="1200" spc="-90">
                <a:latin typeface="Arial"/>
                <a:cs typeface="Arial"/>
              </a:rPr>
              <a:t>C</a:t>
            </a:r>
            <a:r>
              <a:rPr dirty="0" sz="1200" spc="10">
                <a:latin typeface="Arial"/>
                <a:cs typeface="Arial"/>
              </a:rPr>
              <a:t>O</a:t>
            </a:r>
            <a:r>
              <a:rPr dirty="0" sz="1200" spc="30">
                <a:latin typeface="Arial"/>
                <a:cs typeface="Arial"/>
              </a:rPr>
              <a:t>D</a:t>
            </a:r>
            <a:r>
              <a:rPr dirty="0" sz="1200" spc="-85">
                <a:latin typeface="Arial"/>
                <a:cs typeface="Arial"/>
              </a:rPr>
              <a:t>E</a:t>
            </a:r>
            <a:r>
              <a:rPr dirty="0" sz="1200" spc="-114">
                <a:latin typeface="Arial"/>
                <a:cs typeface="Arial"/>
              </a:rPr>
              <a:t>S</a:t>
            </a:r>
            <a:r>
              <a:rPr dirty="0" sz="1200">
                <a:latin typeface="Arial"/>
                <a:cs typeface="Arial"/>
              </a:rPr>
              <a:t>T</a:t>
            </a:r>
            <a:r>
              <a:rPr dirty="0" sz="1200" spc="-70">
                <a:latin typeface="Arial"/>
                <a:cs typeface="Arial"/>
              </a:rPr>
              <a:t>R</a:t>
            </a:r>
            <a:r>
              <a:rPr dirty="0" sz="1200" spc="135">
                <a:latin typeface="Arial"/>
                <a:cs typeface="Arial"/>
              </a:rPr>
              <a:t>I</a:t>
            </a:r>
            <a:r>
              <a:rPr dirty="0" sz="1200" spc="-25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4517390">
              <a:lnSpc>
                <a:spcPts val="1555"/>
              </a:lnSpc>
            </a:pPr>
            <a:r>
              <a:rPr dirty="0" sz="1300" spc="45">
                <a:latin typeface="Verdana"/>
                <a:cs typeface="Verdana"/>
              </a:rPr>
              <a:t>Problem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Resolution</a:t>
            </a:r>
            <a:r>
              <a:rPr dirty="0" sz="1300" spc="-50">
                <a:latin typeface="Verdana"/>
                <a:cs typeface="Verdana"/>
              </a:rPr>
              <a:t> </a:t>
            </a:r>
            <a:r>
              <a:rPr dirty="0" sz="1300" spc="-13919">
                <a:latin typeface="Verdana"/>
                <a:cs typeface="Verdana"/>
              </a:rPr>
              <a:t>:</a:t>
            </a:r>
            <a:r>
              <a:rPr dirty="0" sz="1300" spc="180">
                <a:solidFill>
                  <a:srgbClr val="2B4669"/>
                </a:solidFill>
                <a:latin typeface="Verdana"/>
                <a:cs typeface="Verdana"/>
              </a:rPr>
              <a:t>P</a:t>
            </a:r>
            <a:r>
              <a:rPr dirty="0" sz="1300">
                <a:solidFill>
                  <a:srgbClr val="2B4669"/>
                </a:solidFill>
                <a:latin typeface="Verdana"/>
                <a:cs typeface="Verdana"/>
              </a:rPr>
              <a:t>r</a:t>
            </a:r>
            <a:r>
              <a:rPr dirty="0" sz="1300" spc="50">
                <a:solidFill>
                  <a:srgbClr val="2B4669"/>
                </a:solidFill>
                <a:latin typeface="Verdana"/>
                <a:cs typeface="Verdana"/>
              </a:rPr>
              <a:t>o</a:t>
            </a:r>
            <a:r>
              <a:rPr dirty="0" sz="1300" spc="30">
                <a:solidFill>
                  <a:srgbClr val="2B4669"/>
                </a:solidFill>
                <a:latin typeface="Verdana"/>
                <a:cs typeface="Verdana"/>
              </a:rPr>
              <a:t>b</a:t>
            </a:r>
            <a:r>
              <a:rPr dirty="0" sz="1300" spc="-20">
                <a:solidFill>
                  <a:srgbClr val="2B4669"/>
                </a:solidFill>
                <a:latin typeface="Verdana"/>
                <a:cs typeface="Verdana"/>
              </a:rPr>
              <a:t>l</a:t>
            </a:r>
            <a:r>
              <a:rPr dirty="0" sz="1300" spc="30">
                <a:solidFill>
                  <a:srgbClr val="2B4669"/>
                </a:solidFill>
                <a:latin typeface="Verdana"/>
                <a:cs typeface="Verdana"/>
              </a:rPr>
              <a:t>e</a:t>
            </a:r>
            <a:r>
              <a:rPr dirty="0" sz="1300" spc="5">
                <a:solidFill>
                  <a:srgbClr val="2B4669"/>
                </a:solidFill>
                <a:latin typeface="Verdana"/>
                <a:cs typeface="Verdana"/>
              </a:rPr>
              <a:t>m</a:t>
            </a:r>
            <a:r>
              <a:rPr dirty="0" sz="1300" spc="-70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>
                <a:solidFill>
                  <a:srgbClr val="2B4669"/>
                </a:solidFill>
                <a:latin typeface="Verdana"/>
                <a:cs typeface="Verdana"/>
              </a:rPr>
              <a:t>Resolution</a:t>
            </a:r>
            <a:r>
              <a:rPr dirty="0" sz="1300" spc="-50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 spc="-330">
                <a:solidFill>
                  <a:srgbClr val="2B4669"/>
                </a:solidFill>
                <a:latin typeface="Verdana"/>
                <a:cs typeface="Verdana"/>
              </a:rPr>
              <a:t>:</a:t>
            </a:r>
            <a:endParaRPr sz="1300">
              <a:latin typeface="Verdana"/>
              <a:cs typeface="Verdana"/>
            </a:endParaRPr>
          </a:p>
          <a:p>
            <a:pPr marL="65405">
              <a:lnSpc>
                <a:spcPts val="1555"/>
              </a:lnSpc>
            </a:pPr>
            <a:r>
              <a:rPr dirty="0" sz="1300">
                <a:latin typeface="Verdana"/>
                <a:cs typeface="Verdana"/>
              </a:rPr>
              <a:t>IDEA</a:t>
            </a:r>
            <a:r>
              <a:rPr dirty="0" sz="1300" spc="-45">
                <a:latin typeface="Verdana"/>
                <a:cs typeface="Verdana"/>
              </a:rPr>
              <a:t> </a:t>
            </a:r>
            <a:r>
              <a:rPr dirty="0" sz="1300" spc="-110">
                <a:latin typeface="Verdana"/>
                <a:cs typeface="Verdana"/>
              </a:rPr>
              <a:t>/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SOLUTION</a:t>
            </a:r>
            <a:r>
              <a:rPr dirty="0" sz="1300" spc="-50">
                <a:latin typeface="Verdana"/>
                <a:cs typeface="Verdana"/>
              </a:rPr>
              <a:t> </a:t>
            </a:r>
            <a:r>
              <a:rPr dirty="0" sz="1300" spc="-12660">
                <a:latin typeface="Verdana"/>
                <a:cs typeface="Verdana"/>
              </a:rPr>
              <a:t>:</a:t>
            </a:r>
            <a:r>
              <a:rPr dirty="0" sz="1300" spc="-185">
                <a:solidFill>
                  <a:srgbClr val="2B4669"/>
                </a:solidFill>
                <a:latin typeface="Verdana"/>
                <a:cs typeface="Verdana"/>
              </a:rPr>
              <a:t>I</a:t>
            </a:r>
            <a:r>
              <a:rPr dirty="0" sz="1300" spc="20">
                <a:solidFill>
                  <a:srgbClr val="2B4669"/>
                </a:solidFill>
                <a:latin typeface="Verdana"/>
                <a:cs typeface="Verdana"/>
              </a:rPr>
              <a:t>D</a:t>
            </a:r>
            <a:r>
              <a:rPr dirty="0" sz="1300" spc="45">
                <a:solidFill>
                  <a:srgbClr val="2B4669"/>
                </a:solidFill>
                <a:latin typeface="Verdana"/>
                <a:cs typeface="Verdana"/>
              </a:rPr>
              <a:t>E</a:t>
            </a:r>
            <a:r>
              <a:rPr dirty="0" sz="1300" spc="150">
                <a:solidFill>
                  <a:srgbClr val="2B4669"/>
                </a:solidFill>
                <a:latin typeface="Verdana"/>
                <a:cs typeface="Verdana"/>
              </a:rPr>
              <a:t>A</a:t>
            </a:r>
            <a:r>
              <a:rPr dirty="0" sz="1300" spc="-40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2B4669"/>
                </a:solidFill>
                <a:latin typeface="Verdana"/>
                <a:cs typeface="Verdana"/>
              </a:rPr>
              <a:t>/</a:t>
            </a:r>
            <a:r>
              <a:rPr dirty="0" sz="1300" spc="-25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>
                <a:solidFill>
                  <a:srgbClr val="2B4669"/>
                </a:solidFill>
                <a:latin typeface="Verdana"/>
                <a:cs typeface="Verdana"/>
              </a:rPr>
              <a:t>SOLUTION</a:t>
            </a:r>
            <a:r>
              <a:rPr dirty="0" sz="1300" spc="-50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 spc="-330">
                <a:solidFill>
                  <a:srgbClr val="2B4669"/>
                </a:solidFill>
                <a:latin typeface="Verdana"/>
                <a:cs typeface="Verdana"/>
              </a:rPr>
              <a:t>:</a:t>
            </a:r>
            <a:endParaRPr sz="1300">
              <a:latin typeface="Verdana"/>
              <a:cs typeface="Verdana"/>
            </a:endParaRPr>
          </a:p>
          <a:p>
            <a:pPr marL="65405" marR="70485" indent="4675505">
              <a:lnSpc>
                <a:spcPct val="108100"/>
              </a:lnSpc>
              <a:spcBef>
                <a:spcPts val="200"/>
              </a:spcBef>
              <a:tabLst>
                <a:tab pos="4740910" algn="l"/>
              </a:tabLst>
            </a:pPr>
            <a:r>
              <a:rPr dirty="0" sz="1250" spc="245">
                <a:latin typeface="Tahoma"/>
                <a:cs typeface="Tahoma"/>
              </a:rPr>
              <a:t>M</a:t>
            </a:r>
            <a:r>
              <a:rPr dirty="0" sz="1250" spc="45">
                <a:latin typeface="Tahoma"/>
                <a:cs typeface="Tahoma"/>
              </a:rPr>
              <a:t>u</a:t>
            </a:r>
            <a:r>
              <a:rPr dirty="0" sz="1250" spc="40">
                <a:latin typeface="Tahoma"/>
                <a:cs typeface="Tahoma"/>
              </a:rPr>
              <a:t>l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40">
                <a:latin typeface="Tahoma"/>
                <a:cs typeface="Tahoma"/>
              </a:rPr>
              <a:t>i</a:t>
            </a:r>
            <a:r>
              <a:rPr dirty="0" sz="1250" spc="25">
                <a:latin typeface="Tahoma"/>
                <a:cs typeface="Tahoma"/>
              </a:rPr>
              <a:t>f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>
                <a:latin typeface="Tahoma"/>
                <a:cs typeface="Tahoma"/>
              </a:rPr>
              <a:t>c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65">
                <a:latin typeface="Tahoma"/>
                <a:cs typeface="Tahoma"/>
              </a:rPr>
              <a:t>o</a:t>
            </a:r>
            <a:r>
              <a:rPr dirty="0" sz="1250" spc="50">
                <a:latin typeface="Tahoma"/>
                <a:cs typeface="Tahoma"/>
              </a:rPr>
              <a:t>r</a:t>
            </a:r>
            <a:r>
              <a:rPr dirty="0" sz="1250" spc="20">
                <a:latin typeface="Tahoma"/>
                <a:cs typeface="Tahoma"/>
              </a:rPr>
              <a:t> 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45">
                <a:latin typeface="Tahoma"/>
                <a:cs typeface="Tahoma"/>
              </a:rPr>
              <a:t>u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h</a:t>
            </a:r>
            <a:r>
              <a:rPr dirty="0" sz="1250" spc="35">
                <a:latin typeface="Tahoma"/>
                <a:cs typeface="Tahoma"/>
              </a:rPr>
              <a:t>e</a:t>
            </a:r>
            <a:r>
              <a:rPr dirty="0" sz="1250" spc="45">
                <a:latin typeface="Tahoma"/>
                <a:cs typeface="Tahoma"/>
              </a:rPr>
              <a:t>n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i</a:t>
            </a:r>
            <a:r>
              <a:rPr dirty="0" sz="1250">
                <a:latin typeface="Tahoma"/>
                <a:cs typeface="Tahoma"/>
              </a:rPr>
              <a:t>c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i</a:t>
            </a:r>
            <a:r>
              <a:rPr dirty="0" sz="1250" spc="65">
                <a:latin typeface="Tahoma"/>
                <a:cs typeface="Tahoma"/>
              </a:rPr>
              <a:t>o</a:t>
            </a:r>
            <a:r>
              <a:rPr dirty="0" sz="1250" spc="60">
                <a:latin typeface="Tahoma"/>
                <a:cs typeface="Tahoma"/>
              </a:rPr>
              <a:t>n</a:t>
            </a:r>
            <a:r>
              <a:rPr dirty="0" sz="1250" spc="30">
                <a:latin typeface="Tahoma"/>
                <a:cs typeface="Tahoma"/>
              </a:rPr>
              <a:t> 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20">
                <a:latin typeface="Tahoma"/>
                <a:cs typeface="Tahoma"/>
              </a:rPr>
              <a:t>y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35">
                <a:latin typeface="Tahoma"/>
                <a:cs typeface="Tahoma"/>
              </a:rPr>
              <a:t>e</a:t>
            </a:r>
            <a:r>
              <a:rPr dirty="0" sz="1250" spc="-19765">
                <a:latin typeface="Tahoma"/>
                <a:cs typeface="Tahoma"/>
              </a:rPr>
              <a:t>m</a:t>
            </a:r>
            <a:r>
              <a:rPr dirty="0" sz="1250" spc="245">
                <a:latin typeface="Tahoma"/>
                <a:cs typeface="Tahoma"/>
              </a:rPr>
              <a:t>M</a:t>
            </a:r>
            <a:r>
              <a:rPr dirty="0" sz="1250" spc="45">
                <a:latin typeface="Tahoma"/>
                <a:cs typeface="Tahoma"/>
              </a:rPr>
              <a:t>u</a:t>
            </a:r>
            <a:r>
              <a:rPr dirty="0" sz="1250" spc="40">
                <a:latin typeface="Tahoma"/>
                <a:cs typeface="Tahoma"/>
              </a:rPr>
              <a:t>l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40">
                <a:latin typeface="Tahoma"/>
                <a:cs typeface="Tahoma"/>
              </a:rPr>
              <a:t>i</a:t>
            </a:r>
            <a:r>
              <a:rPr dirty="0" sz="1250" spc="25">
                <a:latin typeface="Tahoma"/>
                <a:cs typeface="Tahoma"/>
              </a:rPr>
              <a:t>f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>
                <a:latin typeface="Tahoma"/>
                <a:cs typeface="Tahoma"/>
              </a:rPr>
              <a:t>c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65">
                <a:latin typeface="Tahoma"/>
                <a:cs typeface="Tahoma"/>
              </a:rPr>
              <a:t>o</a:t>
            </a:r>
            <a:r>
              <a:rPr dirty="0" sz="1250" spc="50">
                <a:latin typeface="Tahoma"/>
                <a:cs typeface="Tahoma"/>
              </a:rPr>
              <a:t>r</a:t>
            </a:r>
            <a:r>
              <a:rPr dirty="0" sz="1250" spc="20">
                <a:latin typeface="Tahoma"/>
                <a:cs typeface="Tahoma"/>
              </a:rPr>
              <a:t> </a:t>
            </a:r>
            <a:r>
              <a:rPr dirty="0" sz="1250" spc="-260">
                <a:latin typeface="Tahoma"/>
                <a:cs typeface="Tahoma"/>
              </a:rPr>
              <a:t>a</a:t>
            </a:r>
            <a:r>
              <a:rPr dirty="0" sz="1250" spc="-235">
                <a:latin typeface="Tahoma"/>
                <a:cs typeface="Tahoma"/>
              </a:rPr>
              <a:t>u</a:t>
            </a:r>
            <a:r>
              <a:rPr dirty="0" sz="1250" spc="-235">
                <a:latin typeface="Tahoma"/>
                <a:cs typeface="Tahoma"/>
              </a:rPr>
              <a:t>t</a:t>
            </a:r>
            <a:r>
              <a:rPr dirty="0" sz="1250" spc="-235">
                <a:latin typeface="Tahoma"/>
                <a:cs typeface="Tahoma"/>
              </a:rPr>
              <a:t>h</a:t>
            </a:r>
            <a:r>
              <a:rPr dirty="0" sz="1250" spc="-245">
                <a:latin typeface="Tahoma"/>
                <a:cs typeface="Tahoma"/>
              </a:rPr>
              <a:t>e</a:t>
            </a:r>
            <a:r>
              <a:rPr dirty="0" sz="1250" spc="-235">
                <a:latin typeface="Tahoma"/>
                <a:cs typeface="Tahoma"/>
              </a:rPr>
              <a:t>n</a:t>
            </a:r>
            <a:r>
              <a:rPr dirty="0" sz="1250" spc="-235">
                <a:latin typeface="Tahoma"/>
                <a:cs typeface="Tahoma"/>
              </a:rPr>
              <a:t>t</a:t>
            </a:r>
            <a:r>
              <a:rPr dirty="0" sz="1250" spc="-235">
                <a:latin typeface="Tahoma"/>
                <a:cs typeface="Tahoma"/>
              </a:rPr>
              <a:t>i</a:t>
            </a:r>
            <a:r>
              <a:rPr dirty="0" sz="1250" spc="-280">
                <a:latin typeface="Tahoma"/>
                <a:cs typeface="Tahoma"/>
              </a:rPr>
              <a:t>c</a:t>
            </a:r>
            <a:r>
              <a:rPr dirty="0" sz="1250" spc="-260">
                <a:latin typeface="Tahoma"/>
                <a:cs typeface="Tahoma"/>
              </a:rPr>
              <a:t>a</a:t>
            </a:r>
            <a:r>
              <a:rPr dirty="0" sz="1250" spc="-235">
                <a:latin typeface="Tahoma"/>
                <a:cs typeface="Tahoma"/>
              </a:rPr>
              <a:t>t</a:t>
            </a:r>
            <a:r>
              <a:rPr dirty="0" sz="1250" spc="-235">
                <a:latin typeface="Tahoma"/>
                <a:cs typeface="Tahoma"/>
              </a:rPr>
              <a:t>i</a:t>
            </a:r>
            <a:r>
              <a:rPr dirty="0" sz="1250" spc="-215">
                <a:latin typeface="Tahoma"/>
                <a:cs typeface="Tahoma"/>
              </a:rPr>
              <a:t>o</a:t>
            </a:r>
            <a:r>
              <a:rPr dirty="0" sz="1250" spc="-220">
                <a:latin typeface="Tahoma"/>
                <a:cs typeface="Tahoma"/>
              </a:rPr>
              <a:t>n</a:t>
            </a:r>
            <a:r>
              <a:rPr dirty="0" sz="1250" spc="30">
                <a:latin typeface="Tahoma"/>
                <a:cs typeface="Tahoma"/>
              </a:rPr>
              <a:t> 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20">
                <a:latin typeface="Tahoma"/>
                <a:cs typeface="Tahoma"/>
              </a:rPr>
              <a:t>y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45">
                <a:latin typeface="Tahoma"/>
                <a:cs typeface="Tahoma"/>
              </a:rPr>
              <a:t>t</a:t>
            </a:r>
            <a:r>
              <a:rPr dirty="0" sz="1250" spc="35">
                <a:latin typeface="Tahoma"/>
                <a:cs typeface="Tahoma"/>
              </a:rPr>
              <a:t>e</a:t>
            </a:r>
            <a:r>
              <a:rPr dirty="0" sz="1250" spc="100">
                <a:latin typeface="Tahoma"/>
                <a:cs typeface="Tahoma"/>
              </a:rPr>
              <a:t>m</a:t>
            </a:r>
            <a:r>
              <a:rPr dirty="0" sz="1250" spc="-80">
                <a:latin typeface="Tahoma"/>
                <a:cs typeface="Tahoma"/>
              </a:rPr>
              <a:t> </a:t>
            </a:r>
            <a:r>
              <a:rPr dirty="0" sz="1200" spc="60">
                <a:latin typeface="Arial"/>
                <a:cs typeface="Arial"/>
              </a:rPr>
              <a:t>d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45">
                <a:latin typeface="Arial"/>
                <a:cs typeface="Arial"/>
              </a:rPr>
              <a:t>li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-50">
                <a:latin typeface="Arial"/>
                <a:cs typeface="Arial"/>
              </a:rPr>
              <a:t>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-9965">
                <a:latin typeface="Arial"/>
                <a:cs typeface="Arial"/>
              </a:rPr>
              <a:t>s</a:t>
            </a:r>
            <a:r>
              <a:rPr dirty="0" sz="1200" spc="60">
                <a:latin typeface="Arial"/>
                <a:cs typeface="Arial"/>
              </a:rPr>
              <a:t>d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45">
                <a:latin typeface="Arial"/>
                <a:cs typeface="Arial"/>
              </a:rPr>
              <a:t>li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-50">
                <a:latin typeface="Arial"/>
                <a:cs typeface="Arial"/>
              </a:rPr>
              <a:t>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-40">
                <a:latin typeface="Arial"/>
                <a:cs typeface="Arial"/>
              </a:rPr>
              <a:t>s </a:t>
            </a:r>
            <a:r>
              <a:rPr dirty="0" baseline="6944" sz="1800" spc="15">
                <a:latin typeface="Arial"/>
                <a:cs typeface="Arial"/>
              </a:rPr>
              <a:t>I</a:t>
            </a:r>
            <a:r>
              <a:rPr dirty="0" baseline="6944" sz="1800" spc="195">
                <a:latin typeface="Arial"/>
                <a:cs typeface="Arial"/>
              </a:rPr>
              <a:t>m</a:t>
            </a:r>
            <a:r>
              <a:rPr dirty="0" baseline="6944" sz="1800" spc="89">
                <a:latin typeface="Arial"/>
                <a:cs typeface="Arial"/>
              </a:rPr>
              <a:t>p</a:t>
            </a:r>
            <a:r>
              <a:rPr dirty="0" baseline="6944" sz="1800" spc="67">
                <a:latin typeface="Arial"/>
                <a:cs typeface="Arial"/>
              </a:rPr>
              <a:t>l</a:t>
            </a:r>
            <a:r>
              <a:rPr dirty="0" baseline="6944" sz="1800" spc="37">
                <a:latin typeface="Arial"/>
                <a:cs typeface="Arial"/>
              </a:rPr>
              <a:t>e</a:t>
            </a:r>
            <a:r>
              <a:rPr dirty="0" baseline="6944" sz="1800" spc="195">
                <a:latin typeface="Arial"/>
                <a:cs typeface="Arial"/>
              </a:rPr>
              <a:t>m</a:t>
            </a:r>
            <a:r>
              <a:rPr dirty="0" baseline="6944" sz="1800" spc="37">
                <a:latin typeface="Arial"/>
                <a:cs typeface="Arial"/>
              </a:rPr>
              <a:t>e</a:t>
            </a:r>
            <a:r>
              <a:rPr dirty="0" baseline="6944" sz="1800" spc="89">
                <a:latin typeface="Arial"/>
                <a:cs typeface="Arial"/>
              </a:rPr>
              <a:t>n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04">
                <a:latin typeface="Arial"/>
                <a:cs typeface="Arial"/>
              </a:rPr>
              <a:t>n</a:t>
            </a:r>
            <a:r>
              <a:rPr dirty="0" baseline="6944" sz="1800" spc="-89">
                <a:latin typeface="Arial"/>
                <a:cs typeface="Arial"/>
              </a:rPr>
              <a:t> 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42">
                <a:latin typeface="Arial"/>
                <a:cs typeface="Arial"/>
              </a:rPr>
              <a:t>f</a:t>
            </a:r>
            <a:r>
              <a:rPr dirty="0" baseline="6944" sz="1800" spc="-75">
                <a:latin typeface="Arial"/>
                <a:cs typeface="Arial"/>
              </a:rPr>
              <a:t> </a:t>
            </a:r>
            <a:r>
              <a:rPr dirty="0" baseline="6944" sz="1800" spc="-17422">
                <a:latin typeface="Arial"/>
                <a:cs typeface="Arial"/>
              </a:rPr>
              <a:t>a</a:t>
            </a:r>
            <a:r>
              <a:rPr dirty="0" baseline="6944" sz="1800" spc="15">
                <a:latin typeface="Arial"/>
                <a:cs typeface="Arial"/>
              </a:rPr>
              <a:t>I</a:t>
            </a:r>
            <a:r>
              <a:rPr dirty="0" baseline="6944" sz="1800" spc="195">
                <a:latin typeface="Arial"/>
                <a:cs typeface="Arial"/>
              </a:rPr>
              <a:t>m</a:t>
            </a:r>
            <a:r>
              <a:rPr dirty="0" baseline="6944" sz="1800" spc="89">
                <a:latin typeface="Arial"/>
                <a:cs typeface="Arial"/>
              </a:rPr>
              <a:t>p</a:t>
            </a:r>
            <a:r>
              <a:rPr dirty="0" baseline="6944" sz="1800" spc="67">
                <a:latin typeface="Arial"/>
                <a:cs typeface="Arial"/>
              </a:rPr>
              <a:t>l</a:t>
            </a:r>
            <a:r>
              <a:rPr dirty="0" baseline="6944" sz="1800" spc="37">
                <a:latin typeface="Arial"/>
                <a:cs typeface="Arial"/>
              </a:rPr>
              <a:t>e</a:t>
            </a:r>
            <a:r>
              <a:rPr dirty="0" baseline="6944" sz="1800" spc="195">
                <a:latin typeface="Arial"/>
                <a:cs typeface="Arial"/>
              </a:rPr>
              <a:t>m</a:t>
            </a:r>
            <a:r>
              <a:rPr dirty="0" baseline="6944" sz="1800" spc="37">
                <a:latin typeface="Arial"/>
                <a:cs typeface="Arial"/>
              </a:rPr>
              <a:t>e</a:t>
            </a:r>
            <a:r>
              <a:rPr dirty="0" baseline="6944" sz="1800" spc="89">
                <a:latin typeface="Arial"/>
                <a:cs typeface="Arial"/>
              </a:rPr>
              <a:t>n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04">
                <a:latin typeface="Arial"/>
                <a:cs typeface="Arial"/>
              </a:rPr>
              <a:t>n</a:t>
            </a:r>
            <a:r>
              <a:rPr dirty="0" baseline="6944" sz="1800" spc="-89">
                <a:latin typeface="Arial"/>
                <a:cs typeface="Arial"/>
              </a:rPr>
              <a:t> 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42">
                <a:latin typeface="Arial"/>
                <a:cs typeface="Arial"/>
              </a:rPr>
              <a:t>f</a:t>
            </a:r>
            <a:r>
              <a:rPr dirty="0" baseline="6944" sz="1800" spc="-75">
                <a:latin typeface="Arial"/>
                <a:cs typeface="Arial"/>
              </a:rPr>
              <a:t> </a:t>
            </a:r>
            <a:r>
              <a:rPr dirty="0" baseline="6944" sz="1800" spc="7">
                <a:latin typeface="Arial"/>
                <a:cs typeface="Arial"/>
              </a:rPr>
              <a:t>a</a:t>
            </a:r>
            <a:r>
              <a:rPr dirty="0" baseline="6944" sz="1800" spc="30">
                <a:latin typeface="Arial"/>
                <a:cs typeface="Arial"/>
              </a:rPr>
              <a:t> </a:t>
            </a:r>
            <a:r>
              <a:rPr dirty="0" baseline="4444" sz="1875" spc="-52">
                <a:latin typeface="Tahoma"/>
                <a:cs typeface="Tahoma"/>
              </a:rPr>
              <a:t>T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142">
                <a:latin typeface="Tahoma"/>
                <a:cs typeface="Tahoma"/>
              </a:rPr>
              <a:t>m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-44">
                <a:latin typeface="Tahoma"/>
                <a:cs typeface="Tahoma"/>
              </a:rPr>
              <a:t>-</a:t>
            </a:r>
            <a:r>
              <a:rPr dirty="0" baseline="4444" sz="1875" spc="104">
                <a:latin typeface="Tahoma"/>
                <a:cs typeface="Tahoma"/>
              </a:rPr>
              <a:t>b</a:t>
            </a:r>
            <a:r>
              <a:rPr dirty="0" baseline="4444" sz="1875" spc="60">
                <a:latin typeface="Tahoma"/>
                <a:cs typeface="Tahoma"/>
              </a:rPr>
              <a:t>a</a:t>
            </a:r>
            <a:r>
              <a:rPr dirty="0" baseline="4444" sz="1875" spc="7">
                <a:latin typeface="Tahoma"/>
                <a:cs typeface="Tahoma"/>
              </a:rPr>
              <a:t>s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97">
                <a:latin typeface="Tahoma"/>
                <a:cs typeface="Tahoma"/>
              </a:rPr>
              <a:t>d</a:t>
            </a:r>
            <a:r>
              <a:rPr dirty="0" baseline="4444" sz="1875" spc="-232">
                <a:latin typeface="Tahoma"/>
                <a:cs typeface="Tahoma"/>
              </a:rPr>
              <a:t> 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89">
                <a:latin typeface="Tahoma"/>
                <a:cs typeface="Tahoma"/>
              </a:rPr>
              <a:t>t</a:t>
            </a:r>
            <a:r>
              <a:rPr dirty="0" baseline="4444" sz="1875" spc="97">
                <a:latin typeface="Tahoma"/>
                <a:cs typeface="Tahoma"/>
              </a:rPr>
              <a:t>un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104">
                <a:latin typeface="Tahoma"/>
                <a:cs typeface="Tahoma"/>
              </a:rPr>
              <a:t>q</a:t>
            </a:r>
            <a:r>
              <a:rPr dirty="0" baseline="4444" sz="1875" spc="97">
                <a:latin typeface="Tahoma"/>
                <a:cs typeface="Tahoma"/>
              </a:rPr>
              <a:t>u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-240">
                <a:latin typeface="Tahoma"/>
                <a:cs typeface="Tahoma"/>
              </a:rPr>
              <a:t> </a:t>
            </a:r>
            <a:r>
              <a:rPr dirty="0" baseline="4444" sz="1875" spc="112">
                <a:latin typeface="Tahoma"/>
                <a:cs typeface="Tahoma"/>
              </a:rPr>
              <a:t>O</a:t>
            </a:r>
            <a:r>
              <a:rPr dirty="0" baseline="4444" sz="1875" spc="97">
                <a:latin typeface="Tahoma"/>
                <a:cs typeface="Tahoma"/>
              </a:rPr>
              <a:t>n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-44">
                <a:latin typeface="Tahoma"/>
                <a:cs typeface="Tahoma"/>
              </a:rPr>
              <a:t>-</a:t>
            </a:r>
            <a:r>
              <a:rPr dirty="0" baseline="4444" sz="1875" spc="89">
                <a:latin typeface="Tahoma"/>
                <a:cs typeface="Tahoma"/>
              </a:rPr>
              <a:t>t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142">
                <a:latin typeface="Tahoma"/>
                <a:cs typeface="Tahoma"/>
              </a:rPr>
              <a:t>m</a:t>
            </a:r>
            <a:r>
              <a:rPr dirty="0" baseline="4444" sz="1875" spc="-26692">
                <a:latin typeface="Tahoma"/>
                <a:cs typeface="Tahoma"/>
              </a:rPr>
              <a:t>e</a:t>
            </a:r>
            <a:r>
              <a:rPr dirty="0" baseline="4444" sz="1875" spc="-52">
                <a:latin typeface="Tahoma"/>
                <a:cs typeface="Tahoma"/>
              </a:rPr>
              <a:t>T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142">
                <a:latin typeface="Tahoma"/>
                <a:cs typeface="Tahoma"/>
              </a:rPr>
              <a:t>m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-44">
                <a:latin typeface="Tahoma"/>
                <a:cs typeface="Tahoma"/>
              </a:rPr>
              <a:t>-</a:t>
            </a:r>
            <a:r>
              <a:rPr dirty="0" baseline="4444" sz="1875" spc="104">
                <a:latin typeface="Tahoma"/>
                <a:cs typeface="Tahoma"/>
              </a:rPr>
              <a:t>b</a:t>
            </a:r>
            <a:r>
              <a:rPr dirty="0" baseline="4444" sz="1875" spc="60">
                <a:latin typeface="Tahoma"/>
                <a:cs typeface="Tahoma"/>
              </a:rPr>
              <a:t>a</a:t>
            </a:r>
            <a:r>
              <a:rPr dirty="0" baseline="4444" sz="1875" spc="7">
                <a:latin typeface="Tahoma"/>
                <a:cs typeface="Tahoma"/>
              </a:rPr>
              <a:t>s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97">
                <a:latin typeface="Tahoma"/>
                <a:cs typeface="Tahoma"/>
              </a:rPr>
              <a:t>d</a:t>
            </a:r>
            <a:r>
              <a:rPr dirty="0" baseline="4444" sz="1875" spc="-232">
                <a:latin typeface="Tahoma"/>
                <a:cs typeface="Tahoma"/>
              </a:rPr>
              <a:t> 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89">
                <a:latin typeface="Tahoma"/>
                <a:cs typeface="Tahoma"/>
              </a:rPr>
              <a:t>t</a:t>
            </a:r>
            <a:r>
              <a:rPr dirty="0" baseline="4444" sz="1875" spc="97">
                <a:latin typeface="Tahoma"/>
                <a:cs typeface="Tahoma"/>
              </a:rPr>
              <a:t>un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104">
                <a:latin typeface="Tahoma"/>
                <a:cs typeface="Tahoma"/>
              </a:rPr>
              <a:t>q</a:t>
            </a:r>
            <a:r>
              <a:rPr dirty="0" baseline="4444" sz="1875" spc="97">
                <a:latin typeface="Tahoma"/>
                <a:cs typeface="Tahoma"/>
              </a:rPr>
              <a:t>u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-240">
                <a:latin typeface="Tahoma"/>
                <a:cs typeface="Tahoma"/>
              </a:rPr>
              <a:t> </a:t>
            </a:r>
            <a:r>
              <a:rPr dirty="0" baseline="4444" sz="1875" spc="112">
                <a:latin typeface="Tahoma"/>
                <a:cs typeface="Tahoma"/>
              </a:rPr>
              <a:t>O</a:t>
            </a:r>
            <a:r>
              <a:rPr dirty="0" baseline="4444" sz="1875" spc="97">
                <a:latin typeface="Tahoma"/>
                <a:cs typeface="Tahoma"/>
              </a:rPr>
              <a:t>n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 spc="-44">
                <a:latin typeface="Tahoma"/>
                <a:cs typeface="Tahoma"/>
              </a:rPr>
              <a:t>-</a:t>
            </a:r>
            <a:r>
              <a:rPr dirty="0" baseline="4444" sz="1875" spc="89">
                <a:latin typeface="Tahoma"/>
                <a:cs typeface="Tahoma"/>
              </a:rPr>
              <a:t>t</a:t>
            </a:r>
            <a:r>
              <a:rPr dirty="0" baseline="4444" sz="1875" spc="89">
                <a:latin typeface="Tahoma"/>
                <a:cs typeface="Tahoma"/>
              </a:rPr>
              <a:t>i</a:t>
            </a:r>
            <a:r>
              <a:rPr dirty="0" baseline="4444" sz="1875" spc="142">
                <a:latin typeface="Tahoma"/>
                <a:cs typeface="Tahoma"/>
              </a:rPr>
              <a:t>m</a:t>
            </a:r>
            <a:r>
              <a:rPr dirty="0" baseline="4444" sz="1875" spc="75">
                <a:latin typeface="Tahoma"/>
                <a:cs typeface="Tahoma"/>
              </a:rPr>
              <a:t>e</a:t>
            </a:r>
            <a:r>
              <a:rPr dirty="0" baseline="4444" sz="1875">
                <a:latin typeface="Tahoma"/>
                <a:cs typeface="Tahoma"/>
              </a:rPr>
              <a:t>	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u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-4460">
                <a:latin typeface="Arial"/>
                <a:cs typeface="Arial"/>
              </a:rPr>
              <a:t>y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u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-70">
                <a:latin typeface="Arial"/>
                <a:cs typeface="Arial"/>
              </a:rPr>
              <a:t>y</a:t>
            </a:r>
            <a:r>
              <a:rPr dirty="0" sz="1200" spc="15">
                <a:latin typeface="Arial"/>
                <a:cs typeface="Arial"/>
              </a:rPr>
              <a:t>,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0">
                <a:latin typeface="Arial"/>
                <a:cs typeface="Arial"/>
              </a:rPr>
              <a:t>x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45">
                <a:latin typeface="Arial"/>
                <a:cs typeface="Arial"/>
              </a:rPr>
              <a:t>lli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g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70">
                <a:latin typeface="Arial"/>
                <a:cs typeface="Arial"/>
              </a:rPr>
              <a:t>n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9900">
                <a:latin typeface="Arial"/>
                <a:cs typeface="Arial"/>
              </a:rPr>
              <a:t>n</a:t>
            </a:r>
            <a:r>
              <a:rPr dirty="0" sz="1200" spc="15">
                <a:latin typeface="Arial"/>
                <a:cs typeface="Arial"/>
              </a:rPr>
              <a:t>,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0">
                <a:latin typeface="Arial"/>
                <a:cs typeface="Arial"/>
              </a:rPr>
              <a:t>x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45">
                <a:latin typeface="Arial"/>
                <a:cs typeface="Arial"/>
              </a:rPr>
              <a:t>lli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g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70">
                <a:latin typeface="Arial"/>
                <a:cs typeface="Arial"/>
              </a:rPr>
              <a:t>n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70">
                <a:latin typeface="Arial"/>
                <a:cs typeface="Arial"/>
              </a:rPr>
              <a:t>n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30">
                <a:latin typeface="Arial"/>
                <a:cs typeface="Arial"/>
              </a:rPr>
              <a:t>e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ll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g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11810">
                <a:latin typeface="Arial"/>
                <a:cs typeface="Arial"/>
              </a:rPr>
              <a:t>g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30">
                <a:latin typeface="Arial"/>
                <a:cs typeface="Arial"/>
              </a:rPr>
              <a:t>e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ll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g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g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1939">
                <a:latin typeface="Arial"/>
                <a:cs typeface="Arial"/>
              </a:rPr>
              <a:t>w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5">
                <a:latin typeface="Arial"/>
                <a:cs typeface="Arial"/>
              </a:rPr>
              <a:t>w </a:t>
            </a:r>
            <a:r>
              <a:rPr dirty="0" sz="1250" spc="30">
                <a:latin typeface="Tahoma"/>
                <a:cs typeface="Tahoma"/>
              </a:rPr>
              <a:t>H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45">
                <a:latin typeface="Tahoma"/>
                <a:cs typeface="Tahoma"/>
              </a:rPr>
              <a:t>n</a:t>
            </a:r>
            <a:r>
              <a:rPr dirty="0" sz="1250" spc="50">
                <a:latin typeface="Tahoma"/>
                <a:cs typeface="Tahoma"/>
              </a:rPr>
              <a:t>d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45">
                <a:latin typeface="Tahoma"/>
                <a:cs typeface="Tahoma"/>
              </a:rPr>
              <a:t>h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40">
                <a:latin typeface="Tahoma"/>
                <a:cs typeface="Tahoma"/>
              </a:rPr>
              <a:t>k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-40">
                <a:latin typeface="Tahoma"/>
                <a:cs typeface="Tahoma"/>
              </a:rPr>
              <a:t> </a:t>
            </a:r>
            <a:r>
              <a:rPr dirty="0" sz="1250" spc="-65">
                <a:latin typeface="Tahoma"/>
                <a:cs typeface="Tahoma"/>
              </a:rPr>
              <a:t>(</a:t>
            </a:r>
            <a:r>
              <a:rPr dirty="0" sz="1250" spc="60">
                <a:latin typeface="Tahoma"/>
                <a:cs typeface="Tahoma"/>
              </a:rPr>
              <a:t>O</a:t>
            </a:r>
            <a:r>
              <a:rPr dirty="0" sz="1250" spc="-50">
                <a:latin typeface="Tahoma"/>
                <a:cs typeface="Tahoma"/>
              </a:rPr>
              <a:t>T</a:t>
            </a:r>
            <a:r>
              <a:rPr dirty="0" sz="1250" spc="30">
                <a:latin typeface="Tahoma"/>
                <a:cs typeface="Tahoma"/>
              </a:rPr>
              <a:t>H</a:t>
            </a:r>
            <a:r>
              <a:rPr dirty="0" sz="1250" spc="-10180">
                <a:latin typeface="Tahoma"/>
                <a:cs typeface="Tahoma"/>
              </a:rPr>
              <a:t>)</a:t>
            </a:r>
            <a:r>
              <a:rPr dirty="0" sz="1250" spc="30">
                <a:latin typeface="Tahoma"/>
                <a:cs typeface="Tahoma"/>
              </a:rPr>
              <a:t>H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45">
                <a:latin typeface="Tahoma"/>
                <a:cs typeface="Tahoma"/>
              </a:rPr>
              <a:t>n</a:t>
            </a:r>
            <a:r>
              <a:rPr dirty="0" sz="1250" spc="50">
                <a:latin typeface="Tahoma"/>
                <a:cs typeface="Tahoma"/>
              </a:rPr>
              <a:t>d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45">
                <a:latin typeface="Tahoma"/>
                <a:cs typeface="Tahoma"/>
              </a:rPr>
              <a:t>h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40">
                <a:latin typeface="Tahoma"/>
                <a:cs typeface="Tahoma"/>
              </a:rPr>
              <a:t>k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-40">
                <a:latin typeface="Tahoma"/>
                <a:cs typeface="Tahoma"/>
              </a:rPr>
              <a:t> </a:t>
            </a:r>
            <a:r>
              <a:rPr dirty="0" sz="1250" spc="-65">
                <a:latin typeface="Tahoma"/>
                <a:cs typeface="Tahoma"/>
              </a:rPr>
              <a:t>(</a:t>
            </a:r>
            <a:r>
              <a:rPr dirty="0" sz="1250" spc="60">
                <a:latin typeface="Tahoma"/>
                <a:cs typeface="Tahoma"/>
              </a:rPr>
              <a:t>O</a:t>
            </a:r>
            <a:r>
              <a:rPr dirty="0" sz="1250" spc="-50">
                <a:latin typeface="Tahoma"/>
                <a:cs typeface="Tahoma"/>
              </a:rPr>
              <a:t>T</a:t>
            </a:r>
            <a:r>
              <a:rPr dirty="0" sz="1250" spc="30">
                <a:latin typeface="Tahoma"/>
                <a:cs typeface="Tahoma"/>
              </a:rPr>
              <a:t>H</a:t>
            </a:r>
            <a:r>
              <a:rPr dirty="0" sz="1250" spc="-40">
                <a:latin typeface="Tahoma"/>
                <a:cs typeface="Tahoma"/>
              </a:rPr>
              <a:t>)</a:t>
            </a:r>
            <a:r>
              <a:rPr dirty="0" sz="1250" spc="-85">
                <a:latin typeface="Tahoma"/>
                <a:cs typeface="Tahoma"/>
              </a:rPr>
              <a:t> </a:t>
            </a:r>
            <a:r>
              <a:rPr dirty="0" sz="1200" spc="190">
                <a:latin typeface="Arial"/>
                <a:cs typeface="Arial"/>
              </a:rPr>
              <a:t>M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125">
                <a:latin typeface="Arial"/>
                <a:cs typeface="Arial"/>
              </a:rPr>
              <a:t>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60">
                <a:latin typeface="Arial"/>
                <a:cs typeface="Arial"/>
              </a:rPr>
              <a:t>p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li</a:t>
            </a:r>
            <a:r>
              <a:rPr dirty="0" sz="1200" spc="-55">
                <a:latin typeface="Arial"/>
                <a:cs typeface="Arial"/>
              </a:rPr>
              <a:t>z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70">
                <a:latin typeface="Arial"/>
                <a:cs typeface="Arial"/>
              </a:rPr>
              <a:t>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95">
                <a:latin typeface="Arial"/>
                <a:cs typeface="Arial"/>
              </a:rPr>
              <a:t>f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0">
                <a:latin typeface="Arial"/>
                <a:cs typeface="Arial"/>
              </a:rPr>
              <a:t>r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17335">
                <a:latin typeface="Arial"/>
                <a:cs typeface="Arial"/>
              </a:rPr>
              <a:t>w</a:t>
            </a:r>
            <a:r>
              <a:rPr dirty="0" sz="1200" spc="190">
                <a:latin typeface="Arial"/>
                <a:cs typeface="Arial"/>
              </a:rPr>
              <a:t>M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125">
                <a:latin typeface="Arial"/>
                <a:cs typeface="Arial"/>
              </a:rPr>
              <a:t>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60">
                <a:latin typeface="Arial"/>
                <a:cs typeface="Arial"/>
              </a:rPr>
              <a:t>p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li</a:t>
            </a:r>
            <a:r>
              <a:rPr dirty="0" sz="1200" spc="-55">
                <a:latin typeface="Arial"/>
                <a:cs typeface="Arial"/>
              </a:rPr>
              <a:t>z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70">
                <a:latin typeface="Arial"/>
                <a:cs typeface="Arial"/>
              </a:rPr>
              <a:t>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95">
                <a:latin typeface="Arial"/>
                <a:cs typeface="Arial"/>
              </a:rPr>
              <a:t>f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0">
                <a:latin typeface="Arial"/>
                <a:cs typeface="Arial"/>
              </a:rPr>
              <a:t>r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135">
                <a:latin typeface="Arial"/>
                <a:cs typeface="Arial"/>
              </a:rPr>
              <a:t>w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195">
                <a:latin typeface="Arial"/>
                <a:cs typeface="Arial"/>
              </a:rPr>
              <a:t>t</a:t>
            </a:r>
            <a:r>
              <a:rPr dirty="0" baseline="-6944" sz="1800" spc="209">
                <a:latin typeface="Arial"/>
                <a:cs typeface="Arial"/>
              </a:rPr>
              <a:t>w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142">
                <a:latin typeface="Arial"/>
                <a:cs typeface="Arial"/>
              </a:rPr>
              <a:t>r</a:t>
            </a:r>
            <a:r>
              <a:rPr dirty="0" baseline="-6944" sz="1800" spc="60">
                <a:latin typeface="Arial"/>
                <a:cs typeface="Arial"/>
              </a:rPr>
              <a:t>k</a:t>
            </a:r>
            <a:r>
              <a:rPr dirty="0" baseline="-6944" sz="1800" spc="-89">
                <a:latin typeface="Arial"/>
                <a:cs typeface="Arial"/>
              </a:rPr>
              <a:t> </a:t>
            </a:r>
            <a:r>
              <a:rPr dirty="0" baseline="-6944" sz="1800" spc="-82">
                <a:latin typeface="Arial"/>
                <a:cs typeface="Arial"/>
              </a:rPr>
              <a:t>z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-82">
                <a:latin typeface="Arial"/>
                <a:cs typeface="Arial"/>
              </a:rPr>
              <a:t>s</a:t>
            </a:r>
            <a:r>
              <a:rPr dirty="0" baseline="-6944" sz="1800" spc="-13027">
                <a:latin typeface="Arial"/>
                <a:cs typeface="Arial"/>
              </a:rPr>
              <a:t>.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195">
                <a:latin typeface="Arial"/>
                <a:cs typeface="Arial"/>
              </a:rPr>
              <a:t>t</a:t>
            </a:r>
            <a:r>
              <a:rPr dirty="0" baseline="-6944" sz="1800" spc="209">
                <a:latin typeface="Arial"/>
                <a:cs typeface="Arial"/>
              </a:rPr>
              <a:t>w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142">
                <a:latin typeface="Arial"/>
                <a:cs typeface="Arial"/>
              </a:rPr>
              <a:t>r</a:t>
            </a:r>
            <a:r>
              <a:rPr dirty="0" baseline="-6944" sz="1800" spc="60">
                <a:latin typeface="Arial"/>
                <a:cs typeface="Arial"/>
              </a:rPr>
              <a:t>k</a:t>
            </a:r>
            <a:r>
              <a:rPr dirty="0" baseline="-6944" sz="1800" spc="-89">
                <a:latin typeface="Arial"/>
                <a:cs typeface="Arial"/>
              </a:rPr>
              <a:t> </a:t>
            </a:r>
            <a:r>
              <a:rPr dirty="0" baseline="-6944" sz="1800" spc="-82">
                <a:latin typeface="Arial"/>
                <a:cs typeface="Arial"/>
              </a:rPr>
              <a:t>z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-82">
                <a:latin typeface="Arial"/>
                <a:cs typeface="Arial"/>
              </a:rPr>
              <a:t>s</a:t>
            </a:r>
            <a:r>
              <a:rPr dirty="0" baseline="-6944" sz="1800" spc="30">
                <a:latin typeface="Arial"/>
                <a:cs typeface="Arial"/>
              </a:rPr>
              <a:t>.</a:t>
            </a:r>
            <a:endParaRPr baseline="-6944" sz="1800">
              <a:latin typeface="Arial"/>
              <a:cs typeface="Arial"/>
            </a:endParaRPr>
          </a:p>
          <a:p>
            <a:pPr marL="4740910" indent="-4676140">
              <a:lnSpc>
                <a:spcPts val="1280"/>
              </a:lnSpc>
              <a:spcBef>
                <a:spcPts val="950"/>
              </a:spcBef>
              <a:tabLst>
                <a:tab pos="4451985" algn="l"/>
                <a:tab pos="4740910" algn="l"/>
              </a:tabLst>
            </a:pPr>
            <a:r>
              <a:rPr dirty="0" sz="1200" spc="80">
                <a:latin typeface="Arial"/>
                <a:cs typeface="Arial"/>
              </a:rPr>
              <a:t>network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60">
                <a:latin typeface="Arial"/>
                <a:cs typeface="Arial"/>
              </a:rPr>
              <a:t>z</a:t>
            </a:r>
            <a:r>
              <a:rPr dirty="0" sz="1200" spc="70">
                <a:latin typeface="Arial"/>
                <a:cs typeface="Arial"/>
              </a:rPr>
              <a:t>o</a:t>
            </a:r>
            <a:r>
              <a:rPr dirty="0" sz="1200" spc="50">
                <a:latin typeface="Arial"/>
                <a:cs typeface="Arial"/>
              </a:rPr>
              <a:t>n</a:t>
            </a:r>
            <a:r>
              <a:rPr dirty="0" sz="1200" spc="15">
                <a:latin typeface="Arial"/>
                <a:cs typeface="Arial"/>
              </a:rPr>
              <a:t>e</a:t>
            </a:r>
            <a:r>
              <a:rPr dirty="0" sz="1200" spc="-8405">
                <a:latin typeface="Arial"/>
                <a:cs typeface="Arial"/>
              </a:rPr>
              <a:t>s</a:t>
            </a:r>
            <a:r>
              <a:rPr dirty="0" sz="1200" spc="50">
                <a:latin typeface="Arial"/>
                <a:cs typeface="Arial"/>
              </a:rPr>
              <a:t>n</a:t>
            </a:r>
            <a:r>
              <a:rPr dirty="0" sz="1200" spc="15">
                <a:latin typeface="Arial"/>
                <a:cs typeface="Arial"/>
              </a:rPr>
              <a:t>e</a:t>
            </a:r>
            <a:r>
              <a:rPr dirty="0" sz="1200" spc="155">
                <a:latin typeface="Arial"/>
                <a:cs typeface="Arial"/>
              </a:rPr>
              <a:t>t</a:t>
            </a:r>
            <a:r>
              <a:rPr dirty="0" sz="1200" spc="114">
                <a:latin typeface="Arial"/>
                <a:cs typeface="Arial"/>
              </a:rPr>
              <a:t>w</a:t>
            </a:r>
            <a:r>
              <a:rPr dirty="0" sz="1200" spc="70">
                <a:latin typeface="Arial"/>
                <a:cs typeface="Arial"/>
              </a:rPr>
              <a:t>o</a:t>
            </a:r>
            <a:r>
              <a:rPr dirty="0" sz="1200" spc="110">
                <a:latin typeface="Arial"/>
                <a:cs typeface="Arial"/>
              </a:rPr>
              <a:t>r</a:t>
            </a:r>
            <a:r>
              <a:rPr dirty="0" sz="1200" spc="35">
                <a:latin typeface="Arial"/>
                <a:cs typeface="Arial"/>
              </a:rPr>
              <a:t>k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zones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050" spc="-1115">
                <a:latin typeface="MS Gothic"/>
                <a:cs typeface="MS Gothic"/>
              </a:rPr>
              <a:t>❖</a:t>
            </a:r>
            <a:r>
              <a:rPr dirty="0" sz="1050" spc="114">
                <a:latin typeface="MS Gothic"/>
                <a:cs typeface="MS Gothic"/>
              </a:rPr>
              <a:t>❖</a:t>
            </a:r>
            <a:r>
              <a:rPr dirty="0" sz="1050">
                <a:latin typeface="MS Gothic"/>
                <a:cs typeface="MS Gothic"/>
              </a:rPr>
              <a:t>	</a:t>
            </a:r>
            <a:r>
              <a:rPr dirty="0" sz="1200">
                <a:latin typeface="Arial"/>
                <a:cs typeface="Arial"/>
              </a:rPr>
              <a:t>Eliminates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vulnerabilities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 spc="85">
                <a:latin typeface="Arial"/>
                <a:cs typeface="Arial"/>
              </a:rPr>
              <a:t>of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 spc="60">
                <a:latin typeface="Arial"/>
                <a:cs typeface="Arial"/>
              </a:rPr>
              <a:t>traditional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6-</a:t>
            </a:r>
            <a:r>
              <a:rPr dirty="0" sz="1200" spc="40">
                <a:latin typeface="Arial"/>
                <a:cs typeface="Arial"/>
              </a:rPr>
              <a:t>digit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 spc="-325">
                <a:latin typeface="Arial"/>
                <a:cs typeface="Arial"/>
              </a:rPr>
              <a:t>O</a:t>
            </a:r>
            <a:r>
              <a:rPr dirty="0" sz="1200" spc="-355">
                <a:latin typeface="Arial"/>
                <a:cs typeface="Arial"/>
              </a:rPr>
              <a:t>T</a:t>
            </a:r>
            <a:r>
              <a:rPr dirty="0" sz="1200" spc="-375">
                <a:latin typeface="Arial"/>
                <a:cs typeface="Arial"/>
              </a:rPr>
              <a:t>P</a:t>
            </a:r>
            <a:r>
              <a:rPr dirty="0" sz="1200" spc="-345">
                <a:latin typeface="Arial"/>
                <a:cs typeface="Arial"/>
              </a:rPr>
              <a:t>s</a:t>
            </a:r>
            <a:r>
              <a:rPr dirty="0" sz="1200" spc="-29660">
                <a:latin typeface="Arial"/>
                <a:cs typeface="Arial"/>
              </a:rPr>
              <a:t>,</a:t>
            </a:r>
            <a:r>
              <a:rPr dirty="0" sz="1200" spc="-430">
                <a:latin typeface="Arial"/>
                <a:cs typeface="Arial"/>
              </a:rPr>
              <a:t>E</a:t>
            </a:r>
            <a:r>
              <a:rPr dirty="0" sz="1200" spc="-225">
                <a:latin typeface="Arial"/>
                <a:cs typeface="Arial"/>
              </a:rPr>
              <a:t>li</a:t>
            </a:r>
            <a:r>
              <a:rPr dirty="0" sz="1200" spc="-185">
                <a:latin typeface="Arial"/>
                <a:cs typeface="Arial"/>
              </a:rPr>
              <a:t>m</a:t>
            </a:r>
            <a:r>
              <a:rPr dirty="0" sz="1200" spc="-225">
                <a:latin typeface="Arial"/>
                <a:cs typeface="Arial"/>
              </a:rPr>
              <a:t>i</a:t>
            </a:r>
            <a:r>
              <a:rPr dirty="0" sz="1200" spc="-235">
                <a:latin typeface="Arial"/>
                <a:cs typeface="Arial"/>
              </a:rPr>
              <a:t>n</a:t>
            </a:r>
            <a:r>
              <a:rPr dirty="0" sz="1200" spc="-280">
                <a:latin typeface="Arial"/>
                <a:cs typeface="Arial"/>
              </a:rPr>
              <a:t>a</a:t>
            </a:r>
            <a:r>
              <a:rPr dirty="0" sz="1200" spc="-140">
                <a:latin typeface="Arial"/>
                <a:cs typeface="Arial"/>
              </a:rPr>
              <a:t>t</a:t>
            </a:r>
            <a:r>
              <a:rPr dirty="0" sz="1200" spc="-270">
                <a:latin typeface="Arial"/>
                <a:cs typeface="Arial"/>
              </a:rPr>
              <a:t>e</a:t>
            </a:r>
            <a:r>
              <a:rPr dirty="0" sz="1200" spc="-340">
                <a:latin typeface="Arial"/>
                <a:cs typeface="Arial"/>
              </a:rPr>
              <a:t>s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vulnerabilities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 spc="85">
                <a:latin typeface="Arial"/>
                <a:cs typeface="Arial"/>
              </a:rPr>
              <a:t>of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 spc="60">
                <a:latin typeface="Arial"/>
                <a:cs typeface="Arial"/>
              </a:rPr>
              <a:t>traditional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6-</a:t>
            </a:r>
            <a:r>
              <a:rPr dirty="0" sz="1200" spc="50">
                <a:latin typeface="Arial"/>
                <a:cs typeface="Arial"/>
              </a:rPr>
              <a:t>digit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OTPs, </a:t>
            </a:r>
            <a:r>
              <a:rPr dirty="0" sz="1200" spc="55">
                <a:latin typeface="Arial"/>
                <a:cs typeface="Arial"/>
              </a:rPr>
              <a:t>offering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unbreachable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security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 spc="80">
                <a:latin typeface="Arial"/>
                <a:cs typeface="Arial"/>
              </a:rPr>
              <a:t>that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redefines </a:t>
            </a:r>
            <a:r>
              <a:rPr dirty="0" sz="1200" spc="75">
                <a:latin typeface="Arial"/>
                <a:cs typeface="Arial"/>
              </a:rPr>
              <a:t>i</a:t>
            </a:r>
            <a:r>
              <a:rPr dirty="0" sz="1200" spc="30">
                <a:latin typeface="Arial"/>
                <a:cs typeface="Arial"/>
              </a:rPr>
              <a:t>ndu</a:t>
            </a:r>
            <a:r>
              <a:rPr dirty="0" sz="1200" spc="-75">
                <a:latin typeface="Arial"/>
                <a:cs typeface="Arial"/>
              </a:rPr>
              <a:t>s</a:t>
            </a:r>
            <a:r>
              <a:rPr dirty="0" sz="1200" spc="155">
                <a:latin typeface="Arial"/>
                <a:cs typeface="Arial"/>
              </a:rPr>
              <a:t>t</a:t>
            </a:r>
            <a:r>
              <a:rPr dirty="0" sz="1200" spc="105">
                <a:latin typeface="Arial"/>
                <a:cs typeface="Arial"/>
              </a:rPr>
              <a:t>r</a:t>
            </a:r>
            <a:r>
              <a:rPr dirty="0" sz="1200" spc="-30685">
                <a:latin typeface="Arial"/>
                <a:cs typeface="Arial"/>
              </a:rPr>
              <a:t>y</a:t>
            </a:r>
            <a:r>
              <a:rPr dirty="0" sz="1200" spc="50">
                <a:latin typeface="Arial"/>
                <a:cs typeface="Arial"/>
              </a:rPr>
              <a:t>o</a:t>
            </a:r>
            <a:r>
              <a:rPr dirty="0" sz="1200" spc="114">
                <a:latin typeface="Arial"/>
                <a:cs typeface="Arial"/>
              </a:rPr>
              <a:t>ff</a:t>
            </a:r>
            <a:r>
              <a:rPr dirty="0" sz="1200" spc="-5">
                <a:latin typeface="Arial"/>
                <a:cs typeface="Arial"/>
              </a:rPr>
              <a:t>e</a:t>
            </a:r>
            <a:r>
              <a:rPr dirty="0" sz="1200" spc="105">
                <a:latin typeface="Arial"/>
                <a:cs typeface="Arial"/>
              </a:rPr>
              <a:t>r</a:t>
            </a:r>
            <a:r>
              <a:rPr dirty="0" sz="1200" spc="75">
                <a:latin typeface="Arial"/>
                <a:cs typeface="Arial"/>
              </a:rPr>
              <a:t>i</a:t>
            </a:r>
            <a:r>
              <a:rPr dirty="0" sz="1200" spc="30">
                <a:latin typeface="Arial"/>
                <a:cs typeface="Arial"/>
              </a:rPr>
              <a:t>n</a:t>
            </a:r>
            <a:r>
              <a:rPr dirty="0" sz="1200" spc="-35">
                <a:latin typeface="Arial"/>
                <a:cs typeface="Arial"/>
              </a:rPr>
              <a:t>g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unbreachable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security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 spc="80">
                <a:latin typeface="Arial"/>
                <a:cs typeface="Arial"/>
              </a:rPr>
              <a:t>that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redefines </a:t>
            </a:r>
            <a:r>
              <a:rPr dirty="0" sz="1200" spc="40">
                <a:latin typeface="Arial"/>
                <a:cs typeface="Arial"/>
              </a:rPr>
              <a:t>industry</a:t>
            </a:r>
            <a:endParaRPr sz="12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  <a:tabLst>
                <a:tab pos="4740910" algn="l"/>
              </a:tabLst>
            </a:pPr>
            <a:r>
              <a:rPr dirty="0" sz="1250" spc="105">
                <a:latin typeface="Tahoma"/>
                <a:cs typeface="Tahoma"/>
              </a:rPr>
              <a:t>U</a:t>
            </a:r>
            <a:r>
              <a:rPr dirty="0" sz="1250" spc="-35">
                <a:latin typeface="Tahoma"/>
                <a:cs typeface="Tahoma"/>
              </a:rPr>
              <a:t>SS</a:t>
            </a:r>
            <a:r>
              <a:rPr dirty="0" sz="1250" spc="40">
                <a:latin typeface="Tahoma"/>
                <a:cs typeface="Tahoma"/>
              </a:rPr>
              <a:t>D</a:t>
            </a:r>
            <a:r>
              <a:rPr dirty="0" sz="1250" spc="-135">
                <a:latin typeface="Tahoma"/>
                <a:cs typeface="Tahoma"/>
              </a:rPr>
              <a:t> </a:t>
            </a:r>
            <a:r>
              <a:rPr dirty="0" sz="1250" spc="60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60">
                <a:latin typeface="Tahoma"/>
                <a:cs typeface="Tahoma"/>
              </a:rPr>
              <a:t>i</a:t>
            </a:r>
            <a:r>
              <a:rPr dirty="0" sz="1250" spc="-35">
                <a:latin typeface="Tahoma"/>
                <a:cs typeface="Tahoma"/>
              </a:rPr>
              <a:t>gg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-8695">
                <a:latin typeface="Tahoma"/>
                <a:cs typeface="Tahoma"/>
              </a:rPr>
              <a:t>d</a:t>
            </a:r>
            <a:r>
              <a:rPr dirty="0" sz="1250" spc="105">
                <a:latin typeface="Tahoma"/>
                <a:cs typeface="Tahoma"/>
              </a:rPr>
              <a:t>U</a:t>
            </a:r>
            <a:r>
              <a:rPr dirty="0" sz="1250" spc="-35">
                <a:latin typeface="Tahoma"/>
                <a:cs typeface="Tahoma"/>
              </a:rPr>
              <a:t>SS</a:t>
            </a:r>
            <a:r>
              <a:rPr dirty="0" sz="1250" spc="40">
                <a:latin typeface="Tahoma"/>
                <a:cs typeface="Tahoma"/>
              </a:rPr>
              <a:t>D</a:t>
            </a:r>
            <a:r>
              <a:rPr dirty="0" sz="1250" spc="-135">
                <a:latin typeface="Tahoma"/>
                <a:cs typeface="Tahoma"/>
              </a:rPr>
              <a:t> </a:t>
            </a:r>
            <a:r>
              <a:rPr dirty="0" sz="1250" spc="60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60">
                <a:latin typeface="Tahoma"/>
                <a:cs typeface="Tahoma"/>
              </a:rPr>
              <a:t>i</a:t>
            </a:r>
            <a:r>
              <a:rPr dirty="0" sz="1250" spc="-35">
                <a:latin typeface="Tahoma"/>
                <a:cs typeface="Tahoma"/>
              </a:rPr>
              <a:t>gg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65">
                <a:latin typeface="Tahoma"/>
                <a:cs typeface="Tahoma"/>
              </a:rPr>
              <a:t>d</a:t>
            </a:r>
            <a:r>
              <a:rPr dirty="0" sz="1250" spc="-90">
                <a:latin typeface="Tahoma"/>
                <a:cs typeface="Tahoma"/>
              </a:rPr>
              <a:t> 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5">
                <a:latin typeface="Arial"/>
                <a:cs typeface="Arial"/>
              </a:rPr>
              <a:t>ff</a:t>
            </a:r>
            <a:r>
              <a:rPr dirty="0" sz="1200" spc="45">
                <a:latin typeface="Arial"/>
                <a:cs typeface="Arial"/>
              </a:rPr>
              <a:t>li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30">
                <a:latin typeface="Arial"/>
                <a:cs typeface="Arial"/>
              </a:rPr>
              <a:t>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u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70">
                <a:latin typeface="Arial"/>
                <a:cs typeface="Arial"/>
              </a:rPr>
              <a:t>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-19080">
                <a:latin typeface="Arial"/>
                <a:cs typeface="Arial"/>
              </a:rPr>
              <a:t>m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5">
                <a:latin typeface="Arial"/>
                <a:cs typeface="Arial"/>
              </a:rPr>
              <a:t>ff</a:t>
            </a:r>
            <a:r>
              <a:rPr dirty="0" sz="1200" spc="45">
                <a:latin typeface="Arial"/>
                <a:cs typeface="Arial"/>
              </a:rPr>
              <a:t>li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30">
                <a:latin typeface="Arial"/>
                <a:cs typeface="Arial"/>
              </a:rPr>
              <a:t>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u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70">
                <a:latin typeface="Arial"/>
                <a:cs typeface="Arial"/>
              </a:rPr>
              <a:t>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125">
                <a:latin typeface="Arial"/>
                <a:cs typeface="Arial"/>
              </a:rPr>
              <a:t>m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baseline="-6944" sz="1800" spc="-82">
                <a:latin typeface="Arial"/>
                <a:cs typeface="Arial"/>
              </a:rPr>
              <a:t>s</a:t>
            </a:r>
            <a:r>
              <a:rPr dirty="0" baseline="-6944" sz="1800" spc="195">
                <a:latin typeface="Arial"/>
                <a:cs typeface="Arial"/>
              </a:rPr>
              <a:t>t</a:t>
            </a:r>
            <a:r>
              <a:rPr dirty="0" baseline="-6944" sz="1800" spc="15">
                <a:latin typeface="Arial"/>
                <a:cs typeface="Arial"/>
              </a:rPr>
              <a:t>a</a:t>
            </a:r>
            <a:r>
              <a:rPr dirty="0" baseline="-6944" sz="1800" spc="89">
                <a:latin typeface="Arial"/>
                <a:cs typeface="Arial"/>
              </a:rPr>
              <a:t>nd</a:t>
            </a:r>
            <a:r>
              <a:rPr dirty="0" baseline="-6944" sz="1800" spc="15">
                <a:latin typeface="Arial"/>
                <a:cs typeface="Arial"/>
              </a:rPr>
              <a:t>a</a:t>
            </a:r>
            <a:r>
              <a:rPr dirty="0" baseline="-6944" sz="1800" spc="142">
                <a:latin typeface="Arial"/>
                <a:cs typeface="Arial"/>
              </a:rPr>
              <a:t>r</a:t>
            </a:r>
            <a:r>
              <a:rPr dirty="0" baseline="-6944" sz="1800" spc="89">
                <a:latin typeface="Arial"/>
                <a:cs typeface="Arial"/>
              </a:rPr>
              <a:t>d</a:t>
            </a:r>
            <a:r>
              <a:rPr dirty="0" baseline="-6944" sz="1800" spc="-82">
                <a:latin typeface="Arial"/>
                <a:cs typeface="Arial"/>
              </a:rPr>
              <a:t>s</a:t>
            </a:r>
            <a:r>
              <a:rPr dirty="0" baseline="-6944" sz="1800" spc="-8940">
                <a:latin typeface="Arial"/>
                <a:cs typeface="Arial"/>
              </a:rPr>
              <a:t>.</a:t>
            </a:r>
            <a:r>
              <a:rPr dirty="0" baseline="-6944" sz="1800" spc="-82">
                <a:latin typeface="Arial"/>
                <a:cs typeface="Arial"/>
              </a:rPr>
              <a:t>s</a:t>
            </a:r>
            <a:r>
              <a:rPr dirty="0" baseline="-6944" sz="1800" spc="195">
                <a:latin typeface="Arial"/>
                <a:cs typeface="Arial"/>
              </a:rPr>
              <a:t>t</a:t>
            </a:r>
            <a:r>
              <a:rPr dirty="0" baseline="-6944" sz="1800" spc="15">
                <a:latin typeface="Arial"/>
                <a:cs typeface="Arial"/>
              </a:rPr>
              <a:t>a</a:t>
            </a:r>
            <a:r>
              <a:rPr dirty="0" baseline="-6944" sz="1800" spc="89">
                <a:latin typeface="Arial"/>
                <a:cs typeface="Arial"/>
              </a:rPr>
              <a:t>nd</a:t>
            </a:r>
            <a:r>
              <a:rPr dirty="0" baseline="-6944" sz="1800" spc="15">
                <a:latin typeface="Arial"/>
                <a:cs typeface="Arial"/>
              </a:rPr>
              <a:t>a</a:t>
            </a:r>
            <a:r>
              <a:rPr dirty="0" baseline="-6944" sz="1800" spc="142">
                <a:latin typeface="Arial"/>
                <a:cs typeface="Arial"/>
              </a:rPr>
              <a:t>r</a:t>
            </a:r>
            <a:r>
              <a:rPr dirty="0" baseline="-6944" sz="1800" spc="89">
                <a:latin typeface="Arial"/>
                <a:cs typeface="Arial"/>
              </a:rPr>
              <a:t>d</a:t>
            </a:r>
            <a:r>
              <a:rPr dirty="0" baseline="-6944" sz="1800" spc="-82">
                <a:latin typeface="Arial"/>
                <a:cs typeface="Arial"/>
              </a:rPr>
              <a:t>s</a:t>
            </a:r>
            <a:r>
              <a:rPr dirty="0" baseline="-6944" sz="1800" spc="30">
                <a:latin typeface="Arial"/>
                <a:cs typeface="Arial"/>
              </a:rPr>
              <a:t>.</a:t>
            </a:r>
            <a:endParaRPr baseline="-6944" sz="1800">
              <a:latin typeface="Arial"/>
              <a:cs typeface="Arial"/>
            </a:endParaRPr>
          </a:p>
          <a:p>
            <a:pPr>
              <a:lnSpc>
                <a:spcPts val="1490"/>
              </a:lnSpc>
              <a:spcBef>
                <a:spcPts val="195"/>
              </a:spcBef>
            </a:pPr>
            <a:r>
              <a:rPr dirty="0" sz="1200">
                <a:latin typeface="Arial"/>
                <a:cs typeface="Arial"/>
              </a:rPr>
              <a:t>Advanced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 spc="-35">
                <a:latin typeface="Arial"/>
                <a:cs typeface="Arial"/>
              </a:rPr>
              <a:t>QR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based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 spc="-65">
                <a:latin typeface="Arial"/>
                <a:cs typeface="Arial"/>
              </a:rPr>
              <a:t>s</a:t>
            </a:r>
            <a:r>
              <a:rPr dirty="0" sz="1200" spc="45">
                <a:latin typeface="Arial"/>
                <a:cs typeface="Arial"/>
              </a:rPr>
              <a:t>p</a:t>
            </a:r>
            <a:r>
              <a:rPr dirty="0" sz="1200" spc="10">
                <a:latin typeface="Arial"/>
                <a:cs typeface="Arial"/>
              </a:rPr>
              <a:t>ee</a:t>
            </a:r>
            <a:r>
              <a:rPr dirty="0" sz="1200" spc="-17800">
                <a:latin typeface="Arial"/>
                <a:cs typeface="Arial"/>
              </a:rPr>
              <a:t>d</a:t>
            </a:r>
            <a:r>
              <a:rPr dirty="0" sz="1200" spc="-1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d</a:t>
            </a:r>
            <a:r>
              <a:rPr dirty="0" sz="1200" spc="20">
                <a:latin typeface="Arial"/>
                <a:cs typeface="Arial"/>
              </a:rPr>
              <a:t>v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n</a:t>
            </a:r>
            <a:r>
              <a:rPr dirty="0" sz="1200" spc="-15">
                <a:latin typeface="Arial"/>
                <a:cs typeface="Arial"/>
              </a:rPr>
              <a:t>c</a:t>
            </a:r>
            <a:r>
              <a:rPr dirty="0" sz="1200" spc="10">
                <a:latin typeface="Arial"/>
                <a:cs typeface="Arial"/>
              </a:rPr>
              <a:t>e</a:t>
            </a:r>
            <a:r>
              <a:rPr dirty="0" sz="1200" spc="55">
                <a:latin typeface="Arial"/>
                <a:cs typeface="Arial"/>
              </a:rPr>
              <a:t>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 spc="-35">
                <a:latin typeface="Arial"/>
                <a:cs typeface="Arial"/>
              </a:rPr>
              <a:t>QR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based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speed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50" spc="50">
                <a:latin typeface="Tahoma"/>
                <a:cs typeface="Tahoma"/>
              </a:rPr>
              <a:t>multi-</a:t>
            </a:r>
            <a:r>
              <a:rPr dirty="0" sz="1250" spc="55">
                <a:latin typeface="Tahoma"/>
                <a:cs typeface="Tahoma"/>
              </a:rPr>
              <a:t>f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5">
                <a:latin typeface="Tahoma"/>
                <a:cs typeface="Tahoma"/>
              </a:rPr>
              <a:t>c</a:t>
            </a:r>
            <a:r>
              <a:rPr dirty="0" sz="1250" spc="70">
                <a:latin typeface="Tahoma"/>
                <a:cs typeface="Tahoma"/>
              </a:rPr>
              <a:t>t</a:t>
            </a:r>
            <a:r>
              <a:rPr dirty="0" sz="1250" spc="60">
                <a:latin typeface="Tahoma"/>
                <a:cs typeface="Tahoma"/>
              </a:rPr>
              <a:t>o</a:t>
            </a:r>
            <a:r>
              <a:rPr dirty="0" sz="1250" spc="-6970">
                <a:latin typeface="Tahoma"/>
                <a:cs typeface="Tahoma"/>
              </a:rPr>
              <a:t>r</a:t>
            </a:r>
            <a:r>
              <a:rPr dirty="0" sz="1250" spc="25">
                <a:latin typeface="Tahoma"/>
                <a:cs typeface="Tahoma"/>
              </a:rPr>
              <a:t>m</a:t>
            </a:r>
            <a:r>
              <a:rPr dirty="0" sz="1250" spc="35">
                <a:latin typeface="Tahoma"/>
                <a:cs typeface="Tahoma"/>
              </a:rPr>
              <a:t>u</a:t>
            </a:r>
            <a:r>
              <a:rPr dirty="0" sz="1250" spc="80">
                <a:latin typeface="Tahoma"/>
                <a:cs typeface="Tahoma"/>
              </a:rPr>
              <a:t>l</a:t>
            </a:r>
            <a:r>
              <a:rPr dirty="0" sz="1250" spc="70">
                <a:latin typeface="Tahoma"/>
                <a:cs typeface="Tahoma"/>
              </a:rPr>
              <a:t>t</a:t>
            </a:r>
            <a:r>
              <a:rPr dirty="0" sz="1250" spc="80">
                <a:latin typeface="Tahoma"/>
                <a:cs typeface="Tahoma"/>
              </a:rPr>
              <a:t>i</a:t>
            </a:r>
            <a:r>
              <a:rPr dirty="0" sz="1250" spc="-25">
                <a:latin typeface="Tahoma"/>
                <a:cs typeface="Tahoma"/>
              </a:rPr>
              <a:t>-</a:t>
            </a:r>
            <a:r>
              <a:rPr dirty="0" sz="1250" spc="254">
                <a:latin typeface="Tahoma"/>
                <a:cs typeface="Tahoma"/>
              </a:rPr>
              <a:t>f</a:t>
            </a:r>
            <a:r>
              <a:rPr dirty="0" sz="1250" spc="215">
                <a:latin typeface="Tahoma"/>
                <a:cs typeface="Tahoma"/>
              </a:rPr>
              <a:t>a</a:t>
            </a:r>
            <a:r>
              <a:rPr dirty="0" sz="1250" spc="200">
                <a:latin typeface="Tahoma"/>
                <a:cs typeface="Tahoma"/>
              </a:rPr>
              <a:t>c</a:t>
            </a:r>
            <a:r>
              <a:rPr dirty="0" sz="1250" spc="265">
                <a:latin typeface="Tahoma"/>
                <a:cs typeface="Tahoma"/>
              </a:rPr>
              <a:t>t</a:t>
            </a:r>
            <a:r>
              <a:rPr dirty="0" sz="1250" spc="254">
                <a:latin typeface="Tahoma"/>
                <a:cs typeface="Tahoma"/>
              </a:rPr>
              <a:t>o</a:t>
            </a:r>
            <a:r>
              <a:rPr dirty="0" sz="1250" spc="-27245">
                <a:latin typeface="Tahoma"/>
                <a:cs typeface="Tahoma"/>
              </a:rPr>
              <a:t>r</a:t>
            </a:r>
            <a:r>
              <a:rPr dirty="0" sz="1050" spc="-935">
                <a:latin typeface="MS Gothic"/>
                <a:cs typeface="MS Gothic"/>
              </a:rPr>
              <a:t>❖</a:t>
            </a:r>
            <a:r>
              <a:rPr dirty="0" sz="1050" spc="295">
                <a:latin typeface="MS Gothic"/>
                <a:cs typeface="MS Gothic"/>
              </a:rPr>
              <a:t>❖</a:t>
            </a:r>
            <a:endParaRPr sz="1050">
              <a:latin typeface="MS Gothic"/>
              <a:cs typeface="MS Gothic"/>
            </a:endParaRPr>
          </a:p>
          <a:p>
            <a:pPr marL="288925">
              <a:lnSpc>
                <a:spcPts val="1550"/>
              </a:lnSpc>
              <a:tabLst>
                <a:tab pos="4517390" algn="l"/>
              </a:tabLst>
            </a:pPr>
            <a:r>
              <a:rPr dirty="0" baseline="-6666" sz="1875" spc="390">
                <a:latin typeface="Tahoma"/>
                <a:cs typeface="Tahoma"/>
              </a:rPr>
              <a:t>a</a:t>
            </a:r>
            <a:r>
              <a:rPr dirty="0" baseline="-6666" sz="1875" spc="412">
                <a:latin typeface="Tahoma"/>
                <a:cs typeface="Tahoma"/>
              </a:rPr>
              <a:t>u</a:t>
            </a:r>
            <a:r>
              <a:rPr dirty="0" baseline="-6666" sz="1875" spc="465">
                <a:latin typeface="Tahoma"/>
                <a:cs typeface="Tahoma"/>
              </a:rPr>
              <a:t>t</a:t>
            </a:r>
            <a:r>
              <a:rPr dirty="0" baseline="-6666" sz="1875" spc="412">
                <a:latin typeface="Tahoma"/>
                <a:cs typeface="Tahoma"/>
              </a:rPr>
              <a:t>h</a:t>
            </a:r>
            <a:r>
              <a:rPr dirty="0" baseline="-6666" sz="1875" spc="405">
                <a:latin typeface="Tahoma"/>
                <a:cs typeface="Tahoma"/>
              </a:rPr>
              <a:t>e</a:t>
            </a:r>
            <a:r>
              <a:rPr dirty="0" baseline="-6666" sz="1875" spc="412">
                <a:latin typeface="Tahoma"/>
                <a:cs typeface="Tahoma"/>
              </a:rPr>
              <a:t>n</a:t>
            </a:r>
            <a:r>
              <a:rPr dirty="0" baseline="-6666" sz="1875" spc="465">
                <a:latin typeface="Tahoma"/>
                <a:cs typeface="Tahoma"/>
              </a:rPr>
              <a:t>t</a:t>
            </a:r>
            <a:r>
              <a:rPr dirty="0" baseline="-6666" sz="1875" spc="487">
                <a:latin typeface="Tahoma"/>
                <a:cs typeface="Tahoma"/>
              </a:rPr>
              <a:t>i</a:t>
            </a:r>
            <a:r>
              <a:rPr dirty="0" baseline="-6666" sz="1875" spc="367">
                <a:latin typeface="Tahoma"/>
                <a:cs typeface="Tahoma"/>
              </a:rPr>
              <a:t>c</a:t>
            </a:r>
            <a:r>
              <a:rPr dirty="0" baseline="-6666" sz="1875" spc="390">
                <a:latin typeface="Tahoma"/>
                <a:cs typeface="Tahoma"/>
              </a:rPr>
              <a:t>a</a:t>
            </a:r>
            <a:r>
              <a:rPr dirty="0" baseline="-6666" sz="1875" spc="465">
                <a:latin typeface="Tahoma"/>
                <a:cs typeface="Tahoma"/>
              </a:rPr>
              <a:t>t</a:t>
            </a:r>
            <a:r>
              <a:rPr dirty="0" baseline="-6666" sz="1875" spc="487">
                <a:latin typeface="Tahoma"/>
                <a:cs typeface="Tahoma"/>
              </a:rPr>
              <a:t>i</a:t>
            </a:r>
            <a:r>
              <a:rPr dirty="0" baseline="-6666" sz="1875" spc="450">
                <a:latin typeface="Tahoma"/>
                <a:cs typeface="Tahoma"/>
              </a:rPr>
              <a:t>o</a:t>
            </a:r>
            <a:r>
              <a:rPr dirty="0" baseline="-6666" sz="1875" spc="-12607">
                <a:latin typeface="Tahoma"/>
                <a:cs typeface="Tahoma"/>
              </a:rPr>
              <a:t>n</a:t>
            </a:r>
            <a:r>
              <a:rPr dirty="0" baseline="-6666" sz="1875" spc="390">
                <a:latin typeface="Tahoma"/>
                <a:cs typeface="Tahoma"/>
              </a:rPr>
              <a:t>a</a:t>
            </a:r>
            <a:r>
              <a:rPr dirty="0" baseline="-6666" sz="1875" spc="412">
                <a:latin typeface="Tahoma"/>
                <a:cs typeface="Tahoma"/>
              </a:rPr>
              <a:t>u</a:t>
            </a:r>
            <a:r>
              <a:rPr dirty="0" baseline="-6666" sz="1875" spc="465">
                <a:latin typeface="Tahoma"/>
                <a:cs typeface="Tahoma"/>
              </a:rPr>
              <a:t>t</a:t>
            </a:r>
            <a:r>
              <a:rPr dirty="0" baseline="-6666" sz="1875" spc="412">
                <a:latin typeface="Tahoma"/>
                <a:cs typeface="Tahoma"/>
              </a:rPr>
              <a:t>h</a:t>
            </a:r>
            <a:r>
              <a:rPr dirty="0" baseline="-6666" sz="1875" spc="405">
                <a:latin typeface="Tahoma"/>
                <a:cs typeface="Tahoma"/>
              </a:rPr>
              <a:t>e</a:t>
            </a:r>
            <a:r>
              <a:rPr dirty="0" baseline="-6666" sz="1875" spc="412">
                <a:latin typeface="Tahoma"/>
                <a:cs typeface="Tahoma"/>
              </a:rPr>
              <a:t>n</a:t>
            </a:r>
            <a:r>
              <a:rPr dirty="0" baseline="-6666" sz="1875" spc="465">
                <a:latin typeface="Tahoma"/>
                <a:cs typeface="Tahoma"/>
              </a:rPr>
              <a:t>t</a:t>
            </a:r>
            <a:r>
              <a:rPr dirty="0" baseline="-6666" sz="1875" spc="487">
                <a:latin typeface="Tahoma"/>
                <a:cs typeface="Tahoma"/>
              </a:rPr>
              <a:t>i</a:t>
            </a:r>
            <a:r>
              <a:rPr dirty="0" baseline="-6666" sz="1875" spc="367">
                <a:latin typeface="Tahoma"/>
                <a:cs typeface="Tahoma"/>
              </a:rPr>
              <a:t>c</a:t>
            </a:r>
            <a:r>
              <a:rPr dirty="0" baseline="-6666" sz="1875" spc="390">
                <a:latin typeface="Tahoma"/>
                <a:cs typeface="Tahoma"/>
              </a:rPr>
              <a:t>a</a:t>
            </a:r>
            <a:r>
              <a:rPr dirty="0" baseline="-6666" sz="1875" spc="465">
                <a:latin typeface="Tahoma"/>
                <a:cs typeface="Tahoma"/>
              </a:rPr>
              <a:t>t</a:t>
            </a:r>
            <a:r>
              <a:rPr dirty="0" baseline="-6666" sz="1875" spc="487">
                <a:latin typeface="Tahoma"/>
                <a:cs typeface="Tahoma"/>
              </a:rPr>
              <a:t>i</a:t>
            </a:r>
            <a:r>
              <a:rPr dirty="0" baseline="-6666" sz="1875" spc="450">
                <a:latin typeface="Tahoma"/>
                <a:cs typeface="Tahoma"/>
              </a:rPr>
              <a:t>o</a:t>
            </a:r>
            <a:r>
              <a:rPr dirty="0" baseline="-6666" sz="1875" spc="405">
                <a:latin typeface="Tahoma"/>
                <a:cs typeface="Tahoma"/>
              </a:rPr>
              <a:t>n</a:t>
            </a:r>
            <a:r>
              <a:rPr dirty="0" baseline="-6666" sz="1875">
                <a:latin typeface="Tahoma"/>
                <a:cs typeface="Tahoma"/>
              </a:rPr>
              <a:t>	</a:t>
            </a:r>
            <a:r>
              <a:rPr dirty="0" sz="1300">
                <a:latin typeface="Verdana"/>
                <a:cs typeface="Verdana"/>
              </a:rPr>
              <a:t>Unique</a:t>
            </a:r>
            <a:r>
              <a:rPr dirty="0" sz="1300" spc="-6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Value</a:t>
            </a:r>
            <a:r>
              <a:rPr dirty="0" sz="1300" spc="-6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Propositions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(UVP)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 spc="-22365">
                <a:latin typeface="Verdana"/>
                <a:cs typeface="Verdana"/>
              </a:rPr>
              <a:t>:</a:t>
            </a:r>
            <a:r>
              <a:rPr dirty="0" sz="1300" spc="50">
                <a:solidFill>
                  <a:srgbClr val="2B4669"/>
                </a:solidFill>
                <a:latin typeface="Verdana"/>
                <a:cs typeface="Verdana"/>
              </a:rPr>
              <a:t>U</a:t>
            </a:r>
            <a:r>
              <a:rPr dirty="0" sz="1300" spc="-25">
                <a:solidFill>
                  <a:srgbClr val="2B4669"/>
                </a:solidFill>
                <a:latin typeface="Verdana"/>
                <a:cs typeface="Verdana"/>
              </a:rPr>
              <a:t>ni</a:t>
            </a:r>
            <a:r>
              <a:rPr dirty="0" sz="1300" spc="25">
                <a:solidFill>
                  <a:srgbClr val="2B4669"/>
                </a:solidFill>
                <a:latin typeface="Verdana"/>
                <a:cs typeface="Verdana"/>
              </a:rPr>
              <a:t>q</a:t>
            </a:r>
            <a:r>
              <a:rPr dirty="0" sz="1300" spc="-5">
                <a:solidFill>
                  <a:srgbClr val="2B4669"/>
                </a:solidFill>
                <a:latin typeface="Verdana"/>
                <a:cs typeface="Verdana"/>
              </a:rPr>
              <a:t>u</a:t>
            </a:r>
            <a:r>
              <a:rPr dirty="0" sz="1300" spc="35">
                <a:solidFill>
                  <a:srgbClr val="2B4669"/>
                </a:solidFill>
                <a:latin typeface="Verdana"/>
                <a:cs typeface="Verdana"/>
              </a:rPr>
              <a:t>e</a:t>
            </a:r>
            <a:r>
              <a:rPr dirty="0" sz="1300" spc="-60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B4669"/>
                </a:solidFill>
                <a:latin typeface="Verdana"/>
                <a:cs typeface="Verdana"/>
              </a:rPr>
              <a:t>Value</a:t>
            </a:r>
            <a:r>
              <a:rPr dirty="0" sz="1300" spc="200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 spc="-509">
                <a:solidFill>
                  <a:srgbClr val="2B4669"/>
                </a:solidFill>
                <a:latin typeface="Verdana"/>
                <a:cs typeface="Verdana"/>
              </a:rPr>
              <a:t>Propositions</a:t>
            </a:r>
            <a:r>
              <a:rPr dirty="0" sz="1300" spc="-185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B4669"/>
                </a:solidFill>
                <a:latin typeface="Verdana"/>
                <a:cs typeface="Verdana"/>
              </a:rPr>
              <a:t>(UVP)</a:t>
            </a:r>
            <a:r>
              <a:rPr dirty="0" sz="1300" spc="-180">
                <a:solidFill>
                  <a:srgbClr val="2B4669"/>
                </a:solidFill>
                <a:latin typeface="Verdana"/>
                <a:cs typeface="Verdana"/>
              </a:rPr>
              <a:t> </a:t>
            </a:r>
            <a:r>
              <a:rPr dirty="0" sz="1300" spc="-330">
                <a:solidFill>
                  <a:srgbClr val="2B4669"/>
                </a:solidFill>
                <a:latin typeface="Verdana"/>
                <a:cs typeface="Verdana"/>
              </a:rPr>
              <a:t>: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r>
              <a:rPr dirty="0" sz="1200">
                <a:latin typeface="Arial"/>
                <a:cs typeface="Arial"/>
              </a:rPr>
              <a:t>Unique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UID,phone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 spc="65">
                <a:latin typeface="Arial"/>
                <a:cs typeface="Arial"/>
              </a:rPr>
              <a:t>number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stamp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 spc="165">
                <a:latin typeface="Arial"/>
                <a:cs typeface="Arial"/>
              </a:rPr>
              <a:t>t</a:t>
            </a:r>
            <a:r>
              <a:rPr dirty="0" sz="1200" spc="-23085">
                <a:latin typeface="Arial"/>
                <a:cs typeface="Arial"/>
              </a:rPr>
              <a:t>o</a:t>
            </a:r>
            <a:r>
              <a:rPr dirty="0" sz="1200" spc="-20">
                <a:latin typeface="Arial"/>
                <a:cs typeface="Arial"/>
              </a:rPr>
              <a:t>U</a:t>
            </a:r>
            <a:r>
              <a:rPr dirty="0" sz="1200" spc="40">
                <a:latin typeface="Arial"/>
                <a:cs typeface="Arial"/>
              </a:rPr>
              <a:t>n</a:t>
            </a:r>
            <a:r>
              <a:rPr dirty="0" sz="1200" spc="85">
                <a:latin typeface="Arial"/>
                <a:cs typeface="Arial"/>
              </a:rPr>
              <a:t>i</a:t>
            </a:r>
            <a:r>
              <a:rPr dirty="0" sz="1200" spc="40">
                <a:latin typeface="Arial"/>
                <a:cs typeface="Arial"/>
              </a:rPr>
              <a:t>qu</a:t>
            </a:r>
            <a:r>
              <a:rPr dirty="0" sz="1200" spc="10">
                <a:latin typeface="Arial"/>
                <a:cs typeface="Arial"/>
              </a:rPr>
              <a:t>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UID,phone</a:t>
            </a:r>
            <a:r>
              <a:rPr dirty="0" sz="1200" spc="65">
                <a:latin typeface="Arial"/>
                <a:cs typeface="Arial"/>
              </a:rPr>
              <a:t> number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spc="55">
                <a:latin typeface="Arial"/>
                <a:cs typeface="Arial"/>
              </a:rPr>
              <a:t>stamp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 spc="100">
                <a:latin typeface="Arial"/>
                <a:cs typeface="Arial"/>
              </a:rPr>
              <a:t>to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50" spc="195">
                <a:latin typeface="Tahoma"/>
                <a:cs typeface="Tahoma"/>
              </a:rPr>
              <a:t>a</a:t>
            </a:r>
            <a:r>
              <a:rPr dirty="0" sz="1250" spc="210">
                <a:latin typeface="Tahoma"/>
                <a:cs typeface="Tahoma"/>
              </a:rPr>
              <a:t>u</a:t>
            </a:r>
            <a:r>
              <a:rPr dirty="0" sz="1250" spc="245">
                <a:latin typeface="Tahoma"/>
                <a:cs typeface="Tahoma"/>
              </a:rPr>
              <a:t>t</a:t>
            </a:r>
            <a:r>
              <a:rPr dirty="0" sz="1250" spc="-2475">
                <a:latin typeface="Tahoma"/>
                <a:cs typeface="Tahoma"/>
              </a:rPr>
              <a:t>o</a:t>
            </a:r>
            <a:r>
              <a:rPr dirty="0" sz="1250" spc="195">
                <a:latin typeface="Tahoma"/>
                <a:cs typeface="Tahoma"/>
              </a:rPr>
              <a:t>a</a:t>
            </a:r>
            <a:r>
              <a:rPr dirty="0" sz="1250" spc="210">
                <a:latin typeface="Tahoma"/>
                <a:cs typeface="Tahoma"/>
              </a:rPr>
              <a:t>u</a:t>
            </a:r>
            <a:r>
              <a:rPr dirty="0" sz="1250" spc="245">
                <a:latin typeface="Tahoma"/>
                <a:cs typeface="Tahoma"/>
              </a:rPr>
              <a:t>t</a:t>
            </a:r>
            <a:r>
              <a:rPr dirty="0" sz="1250" spc="-28300">
                <a:latin typeface="Tahoma"/>
                <a:cs typeface="Tahoma"/>
              </a:rPr>
              <a:t>o</a:t>
            </a:r>
            <a:r>
              <a:rPr dirty="0" sz="1050" spc="-955">
                <a:latin typeface="MS Gothic"/>
                <a:cs typeface="MS Gothic"/>
              </a:rPr>
              <a:t>❖</a:t>
            </a:r>
            <a:r>
              <a:rPr dirty="0" sz="1050" spc="275">
                <a:latin typeface="MS Gothic"/>
                <a:cs typeface="MS Gothic"/>
              </a:rPr>
              <a:t>❖</a:t>
            </a:r>
            <a:endParaRPr sz="1050">
              <a:latin typeface="MS Gothic"/>
              <a:cs typeface="MS Gothic"/>
            </a:endParaRPr>
          </a:p>
          <a:p>
            <a:pPr marL="288925">
              <a:lnSpc>
                <a:spcPct val="100000"/>
              </a:lnSpc>
              <a:spcBef>
                <a:spcPts val="30"/>
              </a:spcBef>
              <a:tabLst>
                <a:tab pos="4740910" algn="l"/>
              </a:tabLst>
            </a:pPr>
            <a:r>
              <a:rPr dirty="0" baseline="-6666" sz="1875">
                <a:latin typeface="Tahoma"/>
                <a:cs typeface="Tahoma"/>
              </a:rPr>
              <a:t>a</a:t>
            </a:r>
            <a:r>
              <a:rPr dirty="0" baseline="-6666" sz="1875" spc="22">
                <a:latin typeface="Tahoma"/>
                <a:cs typeface="Tahoma"/>
              </a:rPr>
              <a:t>u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22">
                <a:latin typeface="Tahoma"/>
                <a:cs typeface="Tahoma"/>
              </a:rPr>
              <a:t>hen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104">
                <a:latin typeface="Tahoma"/>
                <a:cs typeface="Tahoma"/>
              </a:rPr>
              <a:t>i</a:t>
            </a:r>
            <a:r>
              <a:rPr dirty="0" baseline="-6666" sz="1875" spc="-15">
                <a:latin typeface="Tahoma"/>
                <a:cs typeface="Tahoma"/>
              </a:rPr>
              <a:t>c</a:t>
            </a:r>
            <a:r>
              <a:rPr dirty="0" baseline="-6666" sz="1875">
                <a:latin typeface="Tahoma"/>
                <a:cs typeface="Tahoma"/>
              </a:rPr>
              <a:t>a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22">
                <a:latin typeface="Tahoma"/>
                <a:cs typeface="Tahoma"/>
              </a:rPr>
              <a:t>e</a:t>
            </a:r>
            <a:r>
              <a:rPr dirty="0" baseline="-6666" sz="1875" spc="179">
                <a:latin typeface="Tahoma"/>
                <a:cs typeface="Tahoma"/>
              </a:rPr>
              <a:t>/</a:t>
            </a:r>
            <a:r>
              <a:rPr dirty="0" baseline="-6666" sz="1875">
                <a:latin typeface="Tahoma"/>
                <a:cs typeface="Tahoma"/>
              </a:rPr>
              <a:t>a</a:t>
            </a:r>
            <a:r>
              <a:rPr dirty="0" baseline="-6666" sz="1875" spc="22">
                <a:latin typeface="Tahoma"/>
                <a:cs typeface="Tahoma"/>
              </a:rPr>
              <a:t>u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22">
                <a:latin typeface="Tahoma"/>
                <a:cs typeface="Tahoma"/>
              </a:rPr>
              <a:t>h</a:t>
            </a:r>
            <a:r>
              <a:rPr dirty="0" baseline="-6666" sz="1875" spc="67">
                <a:latin typeface="Tahoma"/>
                <a:cs typeface="Tahoma"/>
              </a:rPr>
              <a:t>o</a:t>
            </a:r>
            <a:r>
              <a:rPr dirty="0" baseline="-6666" sz="1875" spc="44">
                <a:latin typeface="Tahoma"/>
                <a:cs typeface="Tahoma"/>
              </a:rPr>
              <a:t>r</a:t>
            </a:r>
            <a:r>
              <a:rPr dirty="0" baseline="-6666" sz="1875" spc="97">
                <a:latin typeface="Tahoma"/>
                <a:cs typeface="Tahoma"/>
              </a:rPr>
              <a:t>i</a:t>
            </a:r>
            <a:r>
              <a:rPr dirty="0" baseline="-6666" sz="1875" spc="-30">
                <a:latin typeface="Tahoma"/>
                <a:cs typeface="Tahoma"/>
              </a:rPr>
              <a:t>z</a:t>
            </a:r>
            <a:r>
              <a:rPr dirty="0" baseline="-6666" sz="1875" spc="-20032">
                <a:latin typeface="Tahoma"/>
                <a:cs typeface="Tahoma"/>
              </a:rPr>
              <a:t>e</a:t>
            </a:r>
            <a:r>
              <a:rPr dirty="0" baseline="-6666" sz="1875">
                <a:latin typeface="Tahoma"/>
                <a:cs typeface="Tahoma"/>
              </a:rPr>
              <a:t>a</a:t>
            </a:r>
            <a:r>
              <a:rPr dirty="0" baseline="-6666" sz="1875" spc="22">
                <a:latin typeface="Tahoma"/>
                <a:cs typeface="Tahoma"/>
              </a:rPr>
              <a:t>u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22">
                <a:latin typeface="Tahoma"/>
                <a:cs typeface="Tahoma"/>
              </a:rPr>
              <a:t>hen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104">
                <a:latin typeface="Tahoma"/>
                <a:cs typeface="Tahoma"/>
              </a:rPr>
              <a:t>i</a:t>
            </a:r>
            <a:r>
              <a:rPr dirty="0" baseline="-6666" sz="1875" spc="-15">
                <a:latin typeface="Tahoma"/>
                <a:cs typeface="Tahoma"/>
              </a:rPr>
              <a:t>c</a:t>
            </a:r>
            <a:r>
              <a:rPr dirty="0" baseline="-6666" sz="1875">
                <a:latin typeface="Tahoma"/>
                <a:cs typeface="Tahoma"/>
              </a:rPr>
              <a:t>a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22">
                <a:latin typeface="Tahoma"/>
                <a:cs typeface="Tahoma"/>
              </a:rPr>
              <a:t>e</a:t>
            </a:r>
            <a:r>
              <a:rPr dirty="0" baseline="-6666" sz="1875" spc="179">
                <a:latin typeface="Tahoma"/>
                <a:cs typeface="Tahoma"/>
              </a:rPr>
              <a:t>/</a:t>
            </a:r>
            <a:r>
              <a:rPr dirty="0" baseline="-6666" sz="1875">
                <a:latin typeface="Tahoma"/>
                <a:cs typeface="Tahoma"/>
              </a:rPr>
              <a:t>a</a:t>
            </a:r>
            <a:r>
              <a:rPr dirty="0" baseline="-6666" sz="1875" spc="22">
                <a:latin typeface="Tahoma"/>
                <a:cs typeface="Tahoma"/>
              </a:rPr>
              <a:t>u</a:t>
            </a:r>
            <a:r>
              <a:rPr dirty="0" baseline="-6666" sz="1875" spc="82">
                <a:latin typeface="Tahoma"/>
                <a:cs typeface="Tahoma"/>
              </a:rPr>
              <a:t>t</a:t>
            </a:r>
            <a:r>
              <a:rPr dirty="0" baseline="-6666" sz="1875" spc="22">
                <a:latin typeface="Tahoma"/>
                <a:cs typeface="Tahoma"/>
              </a:rPr>
              <a:t>h</a:t>
            </a:r>
            <a:r>
              <a:rPr dirty="0" baseline="-6666" sz="1875" spc="67">
                <a:latin typeface="Tahoma"/>
                <a:cs typeface="Tahoma"/>
              </a:rPr>
              <a:t>o</a:t>
            </a:r>
            <a:r>
              <a:rPr dirty="0" baseline="-6666" sz="1875" spc="44">
                <a:latin typeface="Tahoma"/>
                <a:cs typeface="Tahoma"/>
              </a:rPr>
              <a:t>r</a:t>
            </a:r>
            <a:r>
              <a:rPr dirty="0" baseline="-6666" sz="1875" spc="97">
                <a:latin typeface="Tahoma"/>
                <a:cs typeface="Tahoma"/>
              </a:rPr>
              <a:t>i</a:t>
            </a:r>
            <a:r>
              <a:rPr dirty="0" baseline="-6666" sz="1875" spc="-30">
                <a:latin typeface="Tahoma"/>
                <a:cs typeface="Tahoma"/>
              </a:rPr>
              <a:t>z</a:t>
            </a:r>
            <a:r>
              <a:rPr dirty="0" baseline="-6666" sz="1875" spc="44">
                <a:latin typeface="Tahoma"/>
                <a:cs typeface="Tahoma"/>
              </a:rPr>
              <a:t>e</a:t>
            </a:r>
            <a:r>
              <a:rPr dirty="0" baseline="-6666" sz="1875" spc="562">
                <a:latin typeface="Tahoma"/>
                <a:cs typeface="Tahoma"/>
              </a:rPr>
              <a:t> </a:t>
            </a:r>
            <a:r>
              <a:rPr dirty="0" baseline="-6944" sz="1800" spc="465">
                <a:latin typeface="Arial"/>
                <a:cs typeface="Arial"/>
              </a:rPr>
              <a:t>u</a:t>
            </a:r>
            <a:r>
              <a:rPr dirty="0" baseline="-6944" sz="1800" spc="292">
                <a:latin typeface="Arial"/>
                <a:cs typeface="Arial"/>
              </a:rPr>
              <a:t>s</a:t>
            </a:r>
            <a:r>
              <a:rPr dirty="0" baseline="-6944" sz="1800" spc="412">
                <a:latin typeface="Arial"/>
                <a:cs typeface="Arial"/>
              </a:rPr>
              <a:t>e</a:t>
            </a:r>
            <a:r>
              <a:rPr dirty="0" baseline="-6944" sz="1800" spc="-3172">
                <a:latin typeface="Arial"/>
                <a:cs typeface="Arial"/>
              </a:rPr>
              <a:t>r</a:t>
            </a:r>
            <a:r>
              <a:rPr dirty="0" baseline="-6944" sz="1800" spc="465">
                <a:latin typeface="Arial"/>
                <a:cs typeface="Arial"/>
              </a:rPr>
              <a:t>u</a:t>
            </a:r>
            <a:r>
              <a:rPr dirty="0" baseline="-6944" sz="1800" spc="292">
                <a:latin typeface="Arial"/>
                <a:cs typeface="Arial"/>
              </a:rPr>
              <a:t>s</a:t>
            </a:r>
            <a:r>
              <a:rPr dirty="0" baseline="-6944" sz="1800" spc="412">
                <a:latin typeface="Arial"/>
                <a:cs typeface="Arial"/>
              </a:rPr>
              <a:t>e</a:t>
            </a:r>
            <a:r>
              <a:rPr dirty="0" baseline="-6944" sz="1800" spc="532">
                <a:latin typeface="Arial"/>
                <a:cs typeface="Arial"/>
              </a:rPr>
              <a:t>r</a:t>
            </a:r>
            <a:r>
              <a:rPr dirty="0" baseline="-6944" sz="1800">
                <a:latin typeface="Arial"/>
                <a:cs typeface="Arial"/>
              </a:rPr>
              <a:t>	</a:t>
            </a:r>
            <a:r>
              <a:rPr dirty="0" sz="1250" spc="45">
                <a:latin typeface="Tahoma"/>
                <a:cs typeface="Tahoma"/>
              </a:rPr>
              <a:t>Dynamic</a:t>
            </a:r>
            <a:r>
              <a:rPr dirty="0" sz="1250" spc="-80">
                <a:latin typeface="Tahoma"/>
                <a:cs typeface="Tahoma"/>
              </a:rPr>
              <a:t> </a:t>
            </a:r>
            <a:r>
              <a:rPr dirty="0" sz="1250" spc="70">
                <a:latin typeface="Tahoma"/>
                <a:cs typeface="Tahoma"/>
              </a:rPr>
              <a:t>prompt</a:t>
            </a:r>
            <a:r>
              <a:rPr dirty="0" sz="1250" spc="-95">
                <a:latin typeface="Tahoma"/>
                <a:cs typeface="Tahoma"/>
              </a:rPr>
              <a:t> </a:t>
            </a:r>
            <a:r>
              <a:rPr dirty="0" sz="1250" spc="-45">
                <a:latin typeface="Tahoma"/>
                <a:cs typeface="Tahoma"/>
              </a:rPr>
              <a:t>S</a:t>
            </a:r>
            <a:r>
              <a:rPr dirty="0" sz="1250" spc="70">
                <a:latin typeface="Tahoma"/>
                <a:cs typeface="Tahoma"/>
              </a:rPr>
              <a:t>t</a:t>
            </a:r>
            <a:r>
              <a:rPr dirty="0" sz="1250" spc="30">
                <a:latin typeface="Tahoma"/>
                <a:cs typeface="Tahoma"/>
              </a:rPr>
              <a:t>a</a:t>
            </a:r>
            <a:r>
              <a:rPr dirty="0" sz="1250" spc="50">
                <a:latin typeface="Tahoma"/>
                <a:cs typeface="Tahoma"/>
              </a:rPr>
              <a:t>m</a:t>
            </a:r>
            <a:r>
              <a:rPr dirty="0" sz="1250" spc="-13750">
                <a:latin typeface="Tahoma"/>
                <a:cs typeface="Tahoma"/>
              </a:rPr>
              <a:t>p</a:t>
            </a:r>
            <a:r>
              <a:rPr dirty="0" sz="1250" spc="20">
                <a:latin typeface="Tahoma"/>
                <a:cs typeface="Tahoma"/>
              </a:rPr>
              <a:t>D</a:t>
            </a:r>
            <a:r>
              <a:rPr dirty="0" sz="1250" spc="25">
                <a:latin typeface="Tahoma"/>
                <a:cs typeface="Tahoma"/>
              </a:rPr>
              <a:t>y</a:t>
            </a:r>
            <a:r>
              <a:rPr dirty="0" sz="1250" spc="50">
                <a:latin typeface="Tahoma"/>
                <a:cs typeface="Tahoma"/>
              </a:rPr>
              <a:t>n</a:t>
            </a:r>
            <a:r>
              <a:rPr dirty="0" sz="1250" spc="30">
                <a:latin typeface="Tahoma"/>
                <a:cs typeface="Tahoma"/>
              </a:rPr>
              <a:t>a</a:t>
            </a:r>
            <a:r>
              <a:rPr dirty="0" sz="1250" spc="50">
                <a:latin typeface="Tahoma"/>
                <a:cs typeface="Tahoma"/>
              </a:rPr>
              <a:t>m</a:t>
            </a:r>
            <a:r>
              <a:rPr dirty="0" sz="1250" spc="80">
                <a:latin typeface="Tahoma"/>
                <a:cs typeface="Tahoma"/>
              </a:rPr>
              <a:t>i</a:t>
            </a:r>
            <a:r>
              <a:rPr dirty="0" sz="1250" spc="10">
                <a:latin typeface="Tahoma"/>
                <a:cs typeface="Tahoma"/>
              </a:rPr>
              <a:t>c</a:t>
            </a:r>
            <a:r>
              <a:rPr dirty="0" sz="1250" spc="-75">
                <a:latin typeface="Tahoma"/>
                <a:cs typeface="Tahoma"/>
              </a:rPr>
              <a:t> </a:t>
            </a:r>
            <a:r>
              <a:rPr dirty="0" sz="1250" spc="70">
                <a:latin typeface="Tahoma"/>
                <a:cs typeface="Tahoma"/>
              </a:rPr>
              <a:t>prompt</a:t>
            </a:r>
            <a:r>
              <a:rPr dirty="0" sz="1250" spc="-95">
                <a:latin typeface="Tahoma"/>
                <a:cs typeface="Tahoma"/>
              </a:rPr>
              <a:t> </a:t>
            </a:r>
            <a:r>
              <a:rPr dirty="0" sz="1250">
                <a:latin typeface="Tahoma"/>
                <a:cs typeface="Tahoma"/>
              </a:rPr>
              <a:t>Stamp</a:t>
            </a:r>
            <a:r>
              <a:rPr dirty="0" sz="1250" spc="-20">
                <a:latin typeface="Tahoma"/>
                <a:cs typeface="Tahoma"/>
              </a:rPr>
              <a:t> </a:t>
            </a:r>
            <a:r>
              <a:rPr dirty="0" sz="1200" spc="85">
                <a:latin typeface="Arial"/>
                <a:cs typeface="Arial"/>
              </a:rPr>
              <a:t>for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285">
                <a:latin typeface="Arial"/>
                <a:cs typeface="Arial"/>
              </a:rPr>
              <a:t>every</a:t>
            </a:r>
            <a:r>
              <a:rPr dirty="0" sz="1200">
                <a:latin typeface="Arial"/>
                <a:cs typeface="Arial"/>
              </a:rPr>
              <a:t> </a:t>
            </a:r>
            <a:r>
              <a:rPr dirty="0" sz="1200" spc="-45">
                <a:latin typeface="Arial"/>
                <a:cs typeface="Arial"/>
              </a:rPr>
              <a:t>A</a:t>
            </a:r>
            <a:r>
              <a:rPr dirty="0" sz="1200" spc="25">
                <a:latin typeface="Arial"/>
                <a:cs typeface="Arial"/>
              </a:rPr>
              <a:t>u</a:t>
            </a:r>
            <a:r>
              <a:rPr dirty="0" sz="1200" spc="160">
                <a:latin typeface="Arial"/>
                <a:cs typeface="Arial"/>
              </a:rPr>
              <a:t>t</a:t>
            </a:r>
            <a:r>
              <a:rPr dirty="0" sz="1200" spc="25">
                <a:latin typeface="Arial"/>
                <a:cs typeface="Arial"/>
              </a:rPr>
              <a:t>h</a:t>
            </a:r>
            <a:r>
              <a:rPr dirty="0" sz="1200" spc="-10">
                <a:latin typeface="Arial"/>
                <a:cs typeface="Arial"/>
              </a:rPr>
              <a:t>e</a:t>
            </a:r>
            <a:r>
              <a:rPr dirty="0" sz="1200" spc="25">
                <a:latin typeface="Arial"/>
                <a:cs typeface="Arial"/>
              </a:rPr>
              <a:t>n</a:t>
            </a:r>
            <a:r>
              <a:rPr dirty="0" sz="1200" spc="160">
                <a:latin typeface="Arial"/>
                <a:cs typeface="Arial"/>
              </a:rPr>
              <a:t>t</a:t>
            </a:r>
            <a:r>
              <a:rPr dirty="0" sz="1200" spc="80">
                <a:latin typeface="Arial"/>
                <a:cs typeface="Arial"/>
              </a:rPr>
              <a:t>i</a:t>
            </a:r>
            <a:r>
              <a:rPr dirty="0" sz="1200" spc="-25">
                <a:latin typeface="Arial"/>
                <a:cs typeface="Arial"/>
              </a:rPr>
              <a:t>c</a:t>
            </a:r>
            <a:r>
              <a:rPr dirty="0" sz="1200" spc="-20">
                <a:latin typeface="Arial"/>
                <a:cs typeface="Arial"/>
              </a:rPr>
              <a:t>a</a:t>
            </a:r>
            <a:r>
              <a:rPr dirty="0" sz="1200" spc="160">
                <a:latin typeface="Arial"/>
                <a:cs typeface="Arial"/>
              </a:rPr>
              <a:t>t</a:t>
            </a:r>
            <a:r>
              <a:rPr dirty="0" sz="1200" spc="80">
                <a:latin typeface="Arial"/>
                <a:cs typeface="Arial"/>
              </a:rPr>
              <a:t>i</a:t>
            </a:r>
            <a:r>
              <a:rPr dirty="0" sz="1200" spc="50">
                <a:latin typeface="Arial"/>
                <a:cs typeface="Arial"/>
              </a:rPr>
              <a:t>o</a:t>
            </a:r>
            <a:r>
              <a:rPr dirty="0" sz="1200" spc="-13880">
                <a:latin typeface="Arial"/>
                <a:cs typeface="Arial"/>
              </a:rPr>
              <a:t>n</a:t>
            </a:r>
            <a:r>
              <a:rPr dirty="0" sz="1200" spc="120">
                <a:latin typeface="Arial"/>
                <a:cs typeface="Arial"/>
              </a:rPr>
              <a:t>f</a:t>
            </a:r>
            <a:r>
              <a:rPr dirty="0" sz="1200" spc="50">
                <a:latin typeface="Arial"/>
                <a:cs typeface="Arial"/>
              </a:rPr>
              <a:t>o</a:t>
            </a:r>
            <a:r>
              <a:rPr dirty="0" sz="1200" spc="105">
                <a:latin typeface="Arial"/>
                <a:cs typeface="Arial"/>
              </a:rPr>
              <a:t>r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every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Authentication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tabLst>
                <a:tab pos="4740910" algn="l"/>
              </a:tabLst>
            </a:pP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-6295">
                <a:latin typeface="Arial"/>
                <a:cs typeface="Arial"/>
              </a:rPr>
              <a:t>e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30">
                <a:latin typeface="Arial"/>
                <a:cs typeface="Arial"/>
              </a:rPr>
              <a:t>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50" spc="-105">
                <a:latin typeface="Tahoma"/>
                <a:cs typeface="Tahoma"/>
              </a:rPr>
              <a:t>I</a:t>
            </a:r>
            <a:r>
              <a:rPr dirty="0" sz="1250" spc="245">
                <a:latin typeface="Tahoma"/>
                <a:cs typeface="Tahoma"/>
              </a:rPr>
              <a:t>M</a:t>
            </a:r>
            <a:r>
              <a:rPr dirty="0" sz="1250" spc="-25">
                <a:latin typeface="Tahoma"/>
                <a:cs typeface="Tahoma"/>
              </a:rPr>
              <a:t>E</a:t>
            </a:r>
            <a:r>
              <a:rPr dirty="0" sz="1250" spc="-90">
                <a:latin typeface="Tahoma"/>
                <a:cs typeface="Tahoma"/>
              </a:rPr>
              <a:t>I</a:t>
            </a:r>
            <a:r>
              <a:rPr dirty="0" sz="1250" spc="-55">
                <a:latin typeface="Tahoma"/>
                <a:cs typeface="Tahoma"/>
              </a:rPr>
              <a:t> </a:t>
            </a:r>
            <a:r>
              <a:rPr dirty="0" sz="1250" spc="50">
                <a:latin typeface="Tahoma"/>
                <a:cs typeface="Tahoma"/>
              </a:rPr>
              <a:t>b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35">
                <a:latin typeface="Tahoma"/>
                <a:cs typeface="Tahoma"/>
              </a:rPr>
              <a:t>e</a:t>
            </a:r>
            <a:r>
              <a:rPr dirty="0" sz="1250" spc="65">
                <a:latin typeface="Tahoma"/>
                <a:cs typeface="Tahoma"/>
              </a:rPr>
              <a:t>d</a:t>
            </a:r>
            <a:r>
              <a:rPr dirty="0" sz="1250" spc="-55">
                <a:latin typeface="Tahoma"/>
                <a:cs typeface="Tahoma"/>
              </a:rPr>
              <a:t> </a:t>
            </a:r>
            <a:r>
              <a:rPr dirty="0" sz="1250" spc="60">
                <a:latin typeface="Tahoma"/>
                <a:cs typeface="Tahoma"/>
              </a:rPr>
              <a:t>O</a:t>
            </a:r>
            <a:r>
              <a:rPr dirty="0" sz="1250" spc="-50">
                <a:latin typeface="Tahoma"/>
                <a:cs typeface="Tahoma"/>
              </a:rPr>
              <a:t>T</a:t>
            </a:r>
            <a:r>
              <a:rPr dirty="0" sz="1250" spc="-9230">
                <a:latin typeface="Tahoma"/>
                <a:cs typeface="Tahoma"/>
              </a:rPr>
              <a:t>H</a:t>
            </a:r>
            <a:r>
              <a:rPr dirty="0" sz="1250" spc="-105">
                <a:latin typeface="Tahoma"/>
                <a:cs typeface="Tahoma"/>
              </a:rPr>
              <a:t>I</a:t>
            </a:r>
            <a:r>
              <a:rPr dirty="0" sz="1250" spc="245">
                <a:latin typeface="Tahoma"/>
                <a:cs typeface="Tahoma"/>
              </a:rPr>
              <a:t>M</a:t>
            </a:r>
            <a:r>
              <a:rPr dirty="0" sz="1250" spc="-25">
                <a:latin typeface="Tahoma"/>
                <a:cs typeface="Tahoma"/>
              </a:rPr>
              <a:t>E</a:t>
            </a:r>
            <a:r>
              <a:rPr dirty="0" sz="1250" spc="-90">
                <a:latin typeface="Tahoma"/>
                <a:cs typeface="Tahoma"/>
              </a:rPr>
              <a:t>I</a:t>
            </a:r>
            <a:r>
              <a:rPr dirty="0" sz="1250" spc="-55">
                <a:latin typeface="Tahoma"/>
                <a:cs typeface="Tahoma"/>
              </a:rPr>
              <a:t> </a:t>
            </a:r>
            <a:r>
              <a:rPr dirty="0" sz="1250" spc="50">
                <a:latin typeface="Tahoma"/>
                <a:cs typeface="Tahoma"/>
              </a:rPr>
              <a:t>b</a:t>
            </a:r>
            <a:r>
              <a:rPr dirty="0" sz="1250" spc="20">
                <a:latin typeface="Tahoma"/>
                <a:cs typeface="Tahoma"/>
              </a:rPr>
              <a:t>a</a:t>
            </a:r>
            <a:r>
              <a:rPr dirty="0" sz="1250" spc="-15">
                <a:latin typeface="Tahoma"/>
                <a:cs typeface="Tahoma"/>
              </a:rPr>
              <a:t>s</a:t>
            </a:r>
            <a:r>
              <a:rPr dirty="0" sz="1250" spc="35">
                <a:latin typeface="Tahoma"/>
                <a:cs typeface="Tahoma"/>
              </a:rPr>
              <a:t>e</a:t>
            </a:r>
            <a:r>
              <a:rPr dirty="0" sz="1250" spc="65">
                <a:latin typeface="Tahoma"/>
                <a:cs typeface="Tahoma"/>
              </a:rPr>
              <a:t>d</a:t>
            </a:r>
            <a:r>
              <a:rPr dirty="0" sz="1250" spc="-55">
                <a:latin typeface="Tahoma"/>
                <a:cs typeface="Tahoma"/>
              </a:rPr>
              <a:t> </a:t>
            </a:r>
            <a:r>
              <a:rPr dirty="0" sz="1250" spc="60">
                <a:latin typeface="Tahoma"/>
                <a:cs typeface="Tahoma"/>
              </a:rPr>
              <a:t>O</a:t>
            </a:r>
            <a:r>
              <a:rPr dirty="0" sz="1250" spc="-50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H</a:t>
            </a:r>
            <a:r>
              <a:rPr dirty="0" sz="1250" spc="-105">
                <a:latin typeface="Tahoma"/>
                <a:cs typeface="Tahoma"/>
              </a:rPr>
              <a:t> 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60">
                <a:latin typeface="Arial"/>
                <a:cs typeface="Arial"/>
              </a:rPr>
              <a:t>d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5">
                <a:latin typeface="Arial"/>
                <a:cs typeface="Arial"/>
              </a:rPr>
              <a:t>g</a:t>
            </a:r>
            <a:r>
              <a:rPr dirty="0" sz="1200" spc="35">
                <a:latin typeface="Arial"/>
                <a:cs typeface="Arial"/>
              </a:rPr>
              <a:t>y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95">
                <a:latin typeface="Arial"/>
                <a:cs typeface="Arial"/>
              </a:rPr>
              <a:t>f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0">
                <a:latin typeface="Arial"/>
                <a:cs typeface="Arial"/>
              </a:rPr>
              <a:t>r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60">
                <a:latin typeface="Arial"/>
                <a:cs typeface="Arial"/>
              </a:rPr>
              <a:t>bu</a:t>
            </a:r>
            <a:r>
              <a:rPr dirty="0" sz="1200" spc="130">
                <a:latin typeface="Arial"/>
                <a:cs typeface="Arial"/>
              </a:rPr>
              <a:t>tt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13675">
                <a:latin typeface="Arial"/>
                <a:cs typeface="Arial"/>
              </a:rPr>
              <a:t>n</a:t>
            </a:r>
            <a:r>
              <a:rPr dirty="0" sz="1200" spc="130">
                <a:latin typeface="Arial"/>
                <a:cs typeface="Arial"/>
              </a:rPr>
              <a:t>m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60">
                <a:latin typeface="Arial"/>
                <a:cs typeface="Arial"/>
              </a:rPr>
              <a:t>d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5">
                <a:latin typeface="Arial"/>
                <a:cs typeface="Arial"/>
              </a:rPr>
              <a:t>g</a:t>
            </a:r>
            <a:r>
              <a:rPr dirty="0" sz="1200" spc="35">
                <a:latin typeface="Arial"/>
                <a:cs typeface="Arial"/>
              </a:rPr>
              <a:t>y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95">
                <a:latin typeface="Arial"/>
                <a:cs typeface="Arial"/>
              </a:rPr>
              <a:t>f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0">
                <a:latin typeface="Arial"/>
                <a:cs typeface="Arial"/>
              </a:rPr>
              <a:t>r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60">
                <a:latin typeface="Arial"/>
                <a:cs typeface="Arial"/>
              </a:rPr>
              <a:t>bu</a:t>
            </a:r>
            <a:r>
              <a:rPr dirty="0" sz="1200" spc="130">
                <a:latin typeface="Arial"/>
                <a:cs typeface="Arial"/>
              </a:rPr>
              <a:t>tt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-32135">
                <a:latin typeface="Arial"/>
                <a:cs typeface="Arial"/>
              </a:rPr>
              <a:t>n</a:t>
            </a:r>
            <a:r>
              <a:rPr dirty="0" sz="1050" spc="-1055">
                <a:latin typeface="MS Gothic"/>
                <a:cs typeface="MS Gothic"/>
              </a:rPr>
              <a:t>❖</a:t>
            </a:r>
            <a:r>
              <a:rPr dirty="0" sz="1050" spc="175">
                <a:latin typeface="MS Gothic"/>
                <a:cs typeface="MS Gothic"/>
              </a:rPr>
              <a:t>❖</a:t>
            </a:r>
            <a:r>
              <a:rPr dirty="0" sz="1050">
                <a:latin typeface="MS Gothic"/>
                <a:cs typeface="MS Gothic"/>
              </a:rPr>
              <a:t>	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89">
                <a:latin typeface="Arial"/>
                <a:cs typeface="Arial"/>
              </a:rPr>
              <a:t>u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89">
                <a:latin typeface="Arial"/>
                <a:cs typeface="Arial"/>
              </a:rPr>
              <a:t>h</a:t>
            </a:r>
            <a:r>
              <a:rPr dirty="0" baseline="6944" sz="1800" spc="37">
                <a:latin typeface="Arial"/>
                <a:cs typeface="Arial"/>
              </a:rPr>
              <a:t>e</a:t>
            </a:r>
            <a:r>
              <a:rPr dirty="0" baseline="6944" sz="1800" spc="89">
                <a:latin typeface="Arial"/>
                <a:cs typeface="Arial"/>
              </a:rPr>
              <a:t>n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-7">
                <a:latin typeface="Arial"/>
                <a:cs typeface="Arial"/>
              </a:rPr>
              <a:t>c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04">
                <a:latin typeface="Arial"/>
                <a:cs typeface="Arial"/>
              </a:rPr>
              <a:t>n</a:t>
            </a:r>
            <a:r>
              <a:rPr dirty="0" baseline="6944" sz="1800" spc="-44">
                <a:latin typeface="Arial"/>
                <a:cs typeface="Arial"/>
              </a:rPr>
              <a:t> </a:t>
            </a:r>
            <a:r>
              <a:rPr dirty="0" baseline="6944" sz="1800" spc="89">
                <a:latin typeface="Arial"/>
                <a:cs typeface="Arial"/>
              </a:rPr>
              <a:t>d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89">
                <a:latin typeface="Arial"/>
                <a:cs typeface="Arial"/>
              </a:rPr>
              <a:t>n</a:t>
            </a:r>
            <a:r>
              <a:rPr dirty="0" baseline="6944" sz="1800" spc="44">
                <a:latin typeface="Arial"/>
                <a:cs typeface="Arial"/>
              </a:rPr>
              <a:t>e</a:t>
            </a:r>
            <a:r>
              <a:rPr dirty="0" baseline="6944" sz="1800" spc="-30">
                <a:latin typeface="Arial"/>
                <a:cs typeface="Arial"/>
              </a:rPr>
              <a:t> 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-18839">
                <a:latin typeface="Arial"/>
                <a:cs typeface="Arial"/>
              </a:rPr>
              <a:t>n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89">
                <a:latin typeface="Arial"/>
                <a:cs typeface="Arial"/>
              </a:rPr>
              <a:t>u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89">
                <a:latin typeface="Arial"/>
                <a:cs typeface="Arial"/>
              </a:rPr>
              <a:t>h</a:t>
            </a:r>
            <a:r>
              <a:rPr dirty="0" baseline="6944" sz="1800" spc="37">
                <a:latin typeface="Arial"/>
                <a:cs typeface="Arial"/>
              </a:rPr>
              <a:t>e</a:t>
            </a:r>
            <a:r>
              <a:rPr dirty="0" baseline="6944" sz="1800" spc="89">
                <a:latin typeface="Arial"/>
                <a:cs typeface="Arial"/>
              </a:rPr>
              <a:t>n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-7">
                <a:latin typeface="Arial"/>
                <a:cs typeface="Arial"/>
              </a:rPr>
              <a:t>c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04">
                <a:latin typeface="Arial"/>
                <a:cs typeface="Arial"/>
              </a:rPr>
              <a:t>n</a:t>
            </a:r>
            <a:r>
              <a:rPr dirty="0" baseline="6944" sz="1800" spc="-44">
                <a:latin typeface="Arial"/>
                <a:cs typeface="Arial"/>
              </a:rPr>
              <a:t> </a:t>
            </a:r>
            <a:r>
              <a:rPr dirty="0" baseline="6944" sz="1800" spc="89">
                <a:latin typeface="Arial"/>
                <a:cs typeface="Arial"/>
              </a:rPr>
              <a:t>d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89">
                <a:latin typeface="Arial"/>
                <a:cs typeface="Arial"/>
              </a:rPr>
              <a:t>n</a:t>
            </a:r>
            <a:r>
              <a:rPr dirty="0" baseline="6944" sz="1800" spc="44">
                <a:latin typeface="Arial"/>
                <a:cs typeface="Arial"/>
              </a:rPr>
              <a:t>e</a:t>
            </a:r>
            <a:r>
              <a:rPr dirty="0" baseline="6944" sz="1800" spc="-30">
                <a:latin typeface="Arial"/>
                <a:cs typeface="Arial"/>
              </a:rPr>
              <a:t> 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104">
                <a:latin typeface="Arial"/>
                <a:cs typeface="Arial"/>
              </a:rPr>
              <a:t>n</a:t>
            </a:r>
            <a:r>
              <a:rPr dirty="0" baseline="6944" sz="1800" spc="7">
                <a:latin typeface="Arial"/>
                <a:cs typeface="Arial"/>
              </a:rPr>
              <a:t> </a:t>
            </a:r>
            <a:r>
              <a:rPr dirty="0" baseline="6666" sz="1875" spc="89">
                <a:latin typeface="Tahoma"/>
                <a:cs typeface="Tahoma"/>
              </a:rPr>
              <a:t>l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7">
                <a:latin typeface="Tahoma"/>
                <a:cs typeface="Tahoma"/>
              </a:rPr>
              <a:t>ss</a:t>
            </a:r>
            <a:r>
              <a:rPr dirty="0" baseline="6666" sz="1875" spc="-165">
                <a:latin typeface="Tahoma"/>
                <a:cs typeface="Tahoma"/>
              </a:rPr>
              <a:t> </a:t>
            </a:r>
            <a:r>
              <a:rPr dirty="0" baseline="6666" sz="1875" spc="89">
                <a:latin typeface="Tahoma"/>
                <a:cs typeface="Tahoma"/>
              </a:rPr>
              <a:t>t</a:t>
            </a:r>
            <a:r>
              <a:rPr dirty="0" baseline="6666" sz="1875" spc="97">
                <a:latin typeface="Tahoma"/>
                <a:cs typeface="Tahoma"/>
              </a:rPr>
              <a:t>h</a:t>
            </a:r>
            <a:r>
              <a:rPr dirty="0" baseline="6666" sz="1875" spc="60">
                <a:latin typeface="Tahoma"/>
                <a:cs typeface="Tahoma"/>
              </a:rPr>
              <a:t>a</a:t>
            </a:r>
            <a:r>
              <a:rPr dirty="0" baseline="6666" sz="1875" spc="89">
                <a:latin typeface="Tahoma"/>
                <a:cs typeface="Tahoma"/>
              </a:rPr>
              <a:t>n</a:t>
            </a:r>
            <a:r>
              <a:rPr dirty="0" baseline="6666" sz="1875" spc="-157">
                <a:latin typeface="Tahoma"/>
                <a:cs typeface="Tahoma"/>
              </a:rPr>
              <a:t> </a:t>
            </a:r>
            <a:r>
              <a:rPr dirty="0" baseline="6666" sz="1875" spc="-367">
                <a:latin typeface="Tahoma"/>
                <a:cs typeface="Tahoma"/>
              </a:rPr>
              <a:t>a</a:t>
            </a:r>
            <a:r>
              <a:rPr dirty="0" baseline="6666" sz="1875" spc="-165">
                <a:latin typeface="Tahoma"/>
                <a:cs typeface="Tahoma"/>
              </a:rPr>
              <a:t> </a:t>
            </a:r>
            <a:r>
              <a:rPr dirty="0" baseline="6666" sz="1875" spc="7">
                <a:latin typeface="Tahoma"/>
                <a:cs typeface="Tahoma"/>
              </a:rPr>
              <a:t>s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22">
                <a:latin typeface="Tahoma"/>
                <a:cs typeface="Tahoma"/>
              </a:rPr>
              <a:t>c</a:t>
            </a:r>
            <a:r>
              <a:rPr dirty="0" baseline="6666" sz="1875" spc="120">
                <a:latin typeface="Tahoma"/>
                <a:cs typeface="Tahoma"/>
              </a:rPr>
              <a:t>o</a:t>
            </a:r>
            <a:r>
              <a:rPr dirty="0" baseline="6666" sz="1875" spc="97">
                <a:latin typeface="Tahoma"/>
                <a:cs typeface="Tahoma"/>
              </a:rPr>
              <a:t>n</a:t>
            </a:r>
            <a:r>
              <a:rPr dirty="0" baseline="6666" sz="1875" spc="-15839">
                <a:latin typeface="Tahoma"/>
                <a:cs typeface="Tahoma"/>
              </a:rPr>
              <a:t>d</a:t>
            </a:r>
            <a:r>
              <a:rPr dirty="0" baseline="6666" sz="1875" spc="89">
                <a:latin typeface="Tahoma"/>
                <a:cs typeface="Tahoma"/>
              </a:rPr>
              <a:t>l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7">
                <a:latin typeface="Tahoma"/>
                <a:cs typeface="Tahoma"/>
              </a:rPr>
              <a:t>ss</a:t>
            </a:r>
            <a:r>
              <a:rPr dirty="0" baseline="6666" sz="1875" spc="-165">
                <a:latin typeface="Tahoma"/>
                <a:cs typeface="Tahoma"/>
              </a:rPr>
              <a:t> </a:t>
            </a:r>
            <a:r>
              <a:rPr dirty="0" baseline="6666" sz="1875" spc="89">
                <a:latin typeface="Tahoma"/>
                <a:cs typeface="Tahoma"/>
              </a:rPr>
              <a:t>t</a:t>
            </a:r>
            <a:r>
              <a:rPr dirty="0" baseline="6666" sz="1875" spc="97">
                <a:latin typeface="Tahoma"/>
                <a:cs typeface="Tahoma"/>
              </a:rPr>
              <a:t>h</a:t>
            </a:r>
            <a:r>
              <a:rPr dirty="0" baseline="6666" sz="1875" spc="60">
                <a:latin typeface="Tahoma"/>
                <a:cs typeface="Tahoma"/>
              </a:rPr>
              <a:t>a</a:t>
            </a:r>
            <a:r>
              <a:rPr dirty="0" baseline="6666" sz="1875" spc="89">
                <a:latin typeface="Tahoma"/>
                <a:cs typeface="Tahoma"/>
              </a:rPr>
              <a:t>n</a:t>
            </a:r>
            <a:r>
              <a:rPr dirty="0" baseline="6666" sz="1875" spc="-157">
                <a:latin typeface="Tahoma"/>
                <a:cs typeface="Tahoma"/>
              </a:rPr>
              <a:t> </a:t>
            </a:r>
            <a:r>
              <a:rPr dirty="0" baseline="6666" sz="1875" spc="60">
                <a:latin typeface="Tahoma"/>
                <a:cs typeface="Tahoma"/>
              </a:rPr>
              <a:t>a</a:t>
            </a:r>
            <a:r>
              <a:rPr dirty="0" baseline="6666" sz="1875" spc="-165">
                <a:latin typeface="Tahoma"/>
                <a:cs typeface="Tahoma"/>
              </a:rPr>
              <a:t> </a:t>
            </a:r>
            <a:r>
              <a:rPr dirty="0" baseline="6666" sz="1875" spc="7">
                <a:latin typeface="Tahoma"/>
                <a:cs typeface="Tahoma"/>
              </a:rPr>
              <a:t>s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22">
                <a:latin typeface="Tahoma"/>
                <a:cs typeface="Tahoma"/>
              </a:rPr>
              <a:t>c</a:t>
            </a:r>
            <a:r>
              <a:rPr dirty="0" baseline="6666" sz="1875" spc="120">
                <a:latin typeface="Tahoma"/>
                <a:cs typeface="Tahoma"/>
              </a:rPr>
              <a:t>o</a:t>
            </a:r>
            <a:r>
              <a:rPr dirty="0" baseline="6666" sz="1875" spc="97">
                <a:latin typeface="Tahoma"/>
                <a:cs typeface="Tahoma"/>
              </a:rPr>
              <a:t>n</a:t>
            </a:r>
            <a:r>
              <a:rPr dirty="0" baseline="6666" sz="1875" spc="-38707">
                <a:latin typeface="Tahoma"/>
                <a:cs typeface="Tahoma"/>
              </a:rPr>
              <a:t>d</a:t>
            </a:r>
            <a:r>
              <a:rPr dirty="0" baseline="7936" sz="1575" spc="-1582">
                <a:latin typeface="MS Gothic"/>
                <a:cs typeface="MS Gothic"/>
              </a:rPr>
              <a:t>❖</a:t>
            </a:r>
            <a:r>
              <a:rPr dirty="0" baseline="7936" sz="1575" spc="262">
                <a:latin typeface="MS Gothic"/>
                <a:cs typeface="MS Gothic"/>
              </a:rPr>
              <a:t>❖</a:t>
            </a:r>
            <a:endParaRPr baseline="7936" sz="1575">
              <a:latin typeface="MS Gothic"/>
              <a:cs typeface="MS Gothic"/>
            </a:endParaRPr>
          </a:p>
          <a:p>
            <a:pPr marL="288925">
              <a:lnSpc>
                <a:spcPct val="100000"/>
              </a:lnSpc>
              <a:spcBef>
                <a:spcPts val="30"/>
              </a:spcBef>
              <a:tabLst>
                <a:tab pos="4740910" algn="l"/>
              </a:tabLst>
            </a:pPr>
            <a:r>
              <a:rPr dirty="0" baseline="-6944" sz="1800" spc="82">
                <a:latin typeface="Arial"/>
                <a:cs typeface="Arial"/>
              </a:rPr>
              <a:t>phone</a:t>
            </a:r>
            <a:r>
              <a:rPr dirty="0" baseline="-6944" sz="1800" spc="37">
                <a:latin typeface="Arial"/>
                <a:cs typeface="Arial"/>
              </a:rPr>
              <a:t> </a:t>
            </a:r>
            <a:r>
              <a:rPr dirty="0" baseline="-6944" sz="1800" spc="67">
                <a:latin typeface="Arial"/>
                <a:cs typeface="Arial"/>
              </a:rPr>
              <a:t>u</a:t>
            </a:r>
            <a:r>
              <a:rPr dirty="0" baseline="-6944" sz="1800" spc="-97">
                <a:latin typeface="Arial"/>
                <a:cs typeface="Arial"/>
              </a:rPr>
              <a:t>s</a:t>
            </a:r>
            <a:r>
              <a:rPr dirty="0" baseline="-6944" sz="1800" spc="15">
                <a:latin typeface="Arial"/>
                <a:cs typeface="Arial"/>
              </a:rPr>
              <a:t>e</a:t>
            </a:r>
            <a:r>
              <a:rPr dirty="0" baseline="-6944" sz="1800" spc="-9847">
                <a:latin typeface="Arial"/>
                <a:cs typeface="Arial"/>
              </a:rPr>
              <a:t>s</a:t>
            </a:r>
            <a:r>
              <a:rPr dirty="0" baseline="-6944" sz="1800" spc="67">
                <a:latin typeface="Arial"/>
                <a:cs typeface="Arial"/>
              </a:rPr>
              <a:t>ph</a:t>
            </a:r>
            <a:r>
              <a:rPr dirty="0" baseline="-6944" sz="1800" spc="104">
                <a:latin typeface="Arial"/>
                <a:cs typeface="Arial"/>
              </a:rPr>
              <a:t>o</a:t>
            </a:r>
            <a:r>
              <a:rPr dirty="0" baseline="-6944" sz="1800" spc="67">
                <a:latin typeface="Arial"/>
                <a:cs typeface="Arial"/>
              </a:rPr>
              <a:t>n</a:t>
            </a:r>
            <a:r>
              <a:rPr dirty="0" baseline="-6944" sz="1800" spc="22">
                <a:latin typeface="Arial"/>
                <a:cs typeface="Arial"/>
              </a:rPr>
              <a:t>e</a:t>
            </a:r>
            <a:r>
              <a:rPr dirty="0" baseline="-6944" sz="1800" spc="37">
                <a:latin typeface="Arial"/>
                <a:cs typeface="Arial"/>
              </a:rPr>
              <a:t> </a:t>
            </a:r>
            <a:r>
              <a:rPr dirty="0" baseline="-6944" sz="1800" spc="-30">
                <a:latin typeface="Arial"/>
                <a:cs typeface="Arial"/>
              </a:rPr>
              <a:t>uses</a:t>
            </a:r>
            <a:r>
              <a:rPr dirty="0" baseline="-6944" sz="1800">
                <a:latin typeface="Arial"/>
                <a:cs typeface="Arial"/>
              </a:rPr>
              <a:t>	</a:t>
            </a:r>
            <a:r>
              <a:rPr dirty="0" sz="1200">
                <a:latin typeface="Arial"/>
                <a:cs typeface="Arial"/>
              </a:rPr>
              <a:t>Functions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 spc="95">
                <a:latin typeface="Arial"/>
                <a:cs typeface="Arial"/>
              </a:rPr>
              <a:t>with</a:t>
            </a:r>
            <a:r>
              <a:rPr dirty="0" sz="1200" spc="100">
                <a:latin typeface="Arial"/>
                <a:cs typeface="Arial"/>
              </a:rPr>
              <a:t> </a:t>
            </a:r>
            <a:r>
              <a:rPr dirty="0" sz="1200" spc="60">
                <a:latin typeface="Arial"/>
                <a:cs typeface="Arial"/>
              </a:rPr>
              <a:t>full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efficiency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 spc="5">
                <a:latin typeface="Arial"/>
                <a:cs typeface="Arial"/>
              </a:rPr>
              <a:t>e</a:t>
            </a:r>
            <a:r>
              <a:rPr dirty="0" sz="1200" spc="15">
                <a:latin typeface="Arial"/>
                <a:cs typeface="Arial"/>
              </a:rPr>
              <a:t>v</a:t>
            </a:r>
            <a:r>
              <a:rPr dirty="0" sz="1200" spc="5">
                <a:latin typeface="Arial"/>
                <a:cs typeface="Arial"/>
              </a:rPr>
              <a:t>e</a:t>
            </a:r>
            <a:r>
              <a:rPr dirty="0" sz="1200" spc="-19285">
                <a:latin typeface="Arial"/>
                <a:cs typeface="Arial"/>
              </a:rPr>
              <a:t>n</a:t>
            </a:r>
            <a:r>
              <a:rPr dirty="0" sz="1200" spc="-110">
                <a:latin typeface="Arial"/>
                <a:cs typeface="Arial"/>
              </a:rPr>
              <a:t>F</a:t>
            </a:r>
            <a:r>
              <a:rPr dirty="0" sz="1200" spc="40">
                <a:latin typeface="Arial"/>
                <a:cs typeface="Arial"/>
              </a:rPr>
              <a:t>un</a:t>
            </a:r>
            <a:r>
              <a:rPr dirty="0" sz="1200" spc="-15">
                <a:latin typeface="Arial"/>
                <a:cs typeface="Arial"/>
              </a:rPr>
              <a:t>c</a:t>
            </a:r>
            <a:r>
              <a:rPr dirty="0" sz="1200" spc="145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i</a:t>
            </a:r>
            <a:r>
              <a:rPr dirty="0" sz="1200" spc="65">
                <a:latin typeface="Arial"/>
                <a:cs typeface="Arial"/>
              </a:rPr>
              <a:t>o</a:t>
            </a:r>
            <a:r>
              <a:rPr dirty="0" sz="1200" spc="40">
                <a:latin typeface="Arial"/>
                <a:cs typeface="Arial"/>
              </a:rPr>
              <a:t>n</a:t>
            </a:r>
            <a:r>
              <a:rPr dirty="0" sz="1200" spc="-65">
                <a:latin typeface="Arial"/>
                <a:cs typeface="Arial"/>
              </a:rPr>
              <a:t>s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 spc="95">
                <a:latin typeface="Arial"/>
                <a:cs typeface="Arial"/>
              </a:rPr>
              <a:t>with</a:t>
            </a:r>
            <a:r>
              <a:rPr dirty="0" sz="1200" spc="100">
                <a:latin typeface="Arial"/>
                <a:cs typeface="Arial"/>
              </a:rPr>
              <a:t> </a:t>
            </a:r>
            <a:r>
              <a:rPr dirty="0" sz="1200" spc="40">
                <a:latin typeface="Arial"/>
                <a:cs typeface="Arial"/>
              </a:rPr>
              <a:t>full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 spc="-385">
                <a:latin typeface="Arial"/>
                <a:cs typeface="Arial"/>
              </a:rPr>
              <a:t>efficiency</a:t>
            </a:r>
            <a:r>
              <a:rPr dirty="0" sz="1200" spc="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even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50" spc="70">
                <a:latin typeface="Tahoma"/>
                <a:cs typeface="Tahoma"/>
              </a:rPr>
              <a:t>without</a:t>
            </a:r>
            <a:r>
              <a:rPr dirty="0" sz="1250" spc="-135">
                <a:latin typeface="Tahoma"/>
                <a:cs typeface="Tahoma"/>
              </a:rPr>
              <a:t> </a:t>
            </a:r>
            <a:r>
              <a:rPr dirty="0" sz="1250" spc="-80">
                <a:latin typeface="Tahoma"/>
                <a:cs typeface="Tahoma"/>
              </a:rPr>
              <a:t>I</a:t>
            </a:r>
            <a:r>
              <a:rPr dirty="0" sz="1250" spc="40">
                <a:latin typeface="Tahoma"/>
                <a:cs typeface="Tahoma"/>
              </a:rPr>
              <a:t>n</a:t>
            </a:r>
            <a:r>
              <a:rPr dirty="0" sz="1250" spc="75">
                <a:latin typeface="Tahoma"/>
                <a:cs typeface="Tahoma"/>
              </a:rPr>
              <a:t>t</a:t>
            </a:r>
            <a:r>
              <a:rPr dirty="0" sz="1250" spc="40">
                <a:latin typeface="Tahoma"/>
                <a:cs typeface="Tahoma"/>
              </a:rPr>
              <a:t>e</a:t>
            </a:r>
            <a:r>
              <a:rPr dirty="0" sz="1250" spc="55">
                <a:latin typeface="Tahoma"/>
                <a:cs typeface="Tahoma"/>
              </a:rPr>
              <a:t>r</a:t>
            </a:r>
            <a:r>
              <a:rPr dirty="0" sz="1250" spc="40">
                <a:latin typeface="Tahoma"/>
                <a:cs typeface="Tahoma"/>
              </a:rPr>
              <a:t>n</a:t>
            </a:r>
            <a:r>
              <a:rPr dirty="0" sz="1250" spc="40">
                <a:latin typeface="Tahoma"/>
                <a:cs typeface="Tahoma"/>
              </a:rPr>
              <a:t>e</a:t>
            </a:r>
            <a:r>
              <a:rPr dirty="0" sz="1250" spc="-9605">
                <a:latin typeface="Tahoma"/>
                <a:cs typeface="Tahoma"/>
              </a:rPr>
              <a:t>t</a:t>
            </a:r>
            <a:r>
              <a:rPr dirty="0" sz="1250" spc="65">
                <a:latin typeface="Tahoma"/>
                <a:cs typeface="Tahoma"/>
              </a:rPr>
              <a:t>w</a:t>
            </a:r>
            <a:r>
              <a:rPr dirty="0" sz="1250" spc="85">
                <a:latin typeface="Tahoma"/>
                <a:cs typeface="Tahoma"/>
              </a:rPr>
              <a:t>i</a:t>
            </a:r>
            <a:r>
              <a:rPr dirty="0" sz="1250" spc="75">
                <a:latin typeface="Tahoma"/>
                <a:cs typeface="Tahoma"/>
              </a:rPr>
              <a:t>t</a:t>
            </a:r>
            <a:r>
              <a:rPr dirty="0" sz="1250" spc="40">
                <a:latin typeface="Tahoma"/>
                <a:cs typeface="Tahoma"/>
              </a:rPr>
              <a:t>h</a:t>
            </a:r>
            <a:r>
              <a:rPr dirty="0" sz="1250" spc="65">
                <a:latin typeface="Tahoma"/>
                <a:cs typeface="Tahoma"/>
              </a:rPr>
              <a:t>o</a:t>
            </a:r>
            <a:r>
              <a:rPr dirty="0" sz="1250" spc="40">
                <a:latin typeface="Tahoma"/>
                <a:cs typeface="Tahoma"/>
              </a:rPr>
              <a:t>u</a:t>
            </a:r>
            <a:r>
              <a:rPr dirty="0" sz="1250" spc="85">
                <a:latin typeface="Tahoma"/>
                <a:cs typeface="Tahoma"/>
              </a:rPr>
              <a:t>t</a:t>
            </a:r>
            <a:r>
              <a:rPr dirty="0" sz="1250" spc="-135">
                <a:latin typeface="Tahoma"/>
                <a:cs typeface="Tahoma"/>
              </a:rPr>
              <a:t> </a:t>
            </a:r>
            <a:r>
              <a:rPr dirty="0" sz="1250" spc="45">
                <a:latin typeface="Tahoma"/>
                <a:cs typeface="Tahoma"/>
              </a:rPr>
              <a:t>I</a:t>
            </a:r>
            <a:r>
              <a:rPr dirty="0" sz="1250" spc="175">
                <a:latin typeface="Tahoma"/>
                <a:cs typeface="Tahoma"/>
              </a:rPr>
              <a:t>n</a:t>
            </a:r>
            <a:r>
              <a:rPr dirty="0" sz="1250" spc="200">
                <a:latin typeface="Tahoma"/>
                <a:cs typeface="Tahoma"/>
              </a:rPr>
              <a:t>t</a:t>
            </a:r>
            <a:r>
              <a:rPr dirty="0" sz="1250" spc="170">
                <a:latin typeface="Tahoma"/>
                <a:cs typeface="Tahoma"/>
              </a:rPr>
              <a:t>e</a:t>
            </a:r>
            <a:r>
              <a:rPr dirty="0" sz="1250" spc="180">
                <a:latin typeface="Tahoma"/>
                <a:cs typeface="Tahoma"/>
              </a:rPr>
              <a:t>r</a:t>
            </a:r>
            <a:r>
              <a:rPr dirty="0" sz="1250" spc="175">
                <a:latin typeface="Tahoma"/>
                <a:cs typeface="Tahoma"/>
              </a:rPr>
              <a:t>n</a:t>
            </a:r>
            <a:r>
              <a:rPr dirty="0" sz="1250" spc="170">
                <a:latin typeface="Tahoma"/>
                <a:cs typeface="Tahoma"/>
              </a:rPr>
              <a:t>e</a:t>
            </a:r>
            <a:r>
              <a:rPr dirty="0" sz="1250" spc="-31430">
                <a:latin typeface="Tahoma"/>
                <a:cs typeface="Tahoma"/>
              </a:rPr>
              <a:t>t</a:t>
            </a:r>
            <a:r>
              <a:rPr dirty="0" sz="1050" spc="-980">
                <a:latin typeface="MS Gothic"/>
                <a:cs typeface="MS Gothic"/>
              </a:rPr>
              <a:t>❖</a:t>
            </a:r>
            <a:r>
              <a:rPr dirty="0" sz="1050" spc="250">
                <a:latin typeface="MS Gothic"/>
                <a:cs typeface="MS Gothic"/>
              </a:rPr>
              <a:t>❖</a:t>
            </a:r>
            <a:endParaRPr sz="1050">
              <a:latin typeface="MS Gothic"/>
              <a:cs typeface="MS Gothic"/>
            </a:endParaRPr>
          </a:p>
          <a:p>
            <a:pPr marL="288925" marR="876300" indent="-289560">
              <a:lnSpc>
                <a:spcPct val="103099"/>
              </a:lnSpc>
              <a:spcBef>
                <a:spcPts val="285"/>
              </a:spcBef>
              <a:tabLst>
                <a:tab pos="4740910" algn="l"/>
              </a:tabLst>
            </a:pPr>
            <a:r>
              <a:rPr dirty="0" sz="1200" spc="-125">
                <a:latin typeface="Arial"/>
                <a:cs typeface="Arial"/>
              </a:rPr>
              <a:t>C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p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b</a:t>
            </a:r>
            <a:r>
              <a:rPr dirty="0" sz="1200" spc="45">
                <a:latin typeface="Arial"/>
                <a:cs typeface="Arial"/>
              </a:rPr>
              <a:t>ili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35">
                <a:latin typeface="Arial"/>
                <a:cs typeface="Arial"/>
              </a:rPr>
              <a:t>y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70">
                <a:latin typeface="Arial"/>
                <a:cs typeface="Arial"/>
              </a:rPr>
              <a:t>o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140">
                <a:latin typeface="Arial"/>
                <a:cs typeface="Arial"/>
              </a:rPr>
              <a:t>w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40">
                <a:latin typeface="Arial"/>
                <a:cs typeface="Arial"/>
              </a:rPr>
              <a:t>k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ff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35">
                <a:latin typeface="Arial"/>
                <a:cs typeface="Arial"/>
              </a:rPr>
              <a:t>y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140">
                <a:latin typeface="Arial"/>
                <a:cs typeface="Arial"/>
              </a:rPr>
              <a:t>w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60">
                <a:latin typeface="Arial"/>
                <a:cs typeface="Arial"/>
              </a:rPr>
              <a:t>u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28960">
                <a:latin typeface="Arial"/>
                <a:cs typeface="Arial"/>
              </a:rPr>
              <a:t>n</a:t>
            </a:r>
            <a:r>
              <a:rPr dirty="0" sz="1200" spc="-125">
                <a:latin typeface="Arial"/>
                <a:cs typeface="Arial"/>
              </a:rPr>
              <a:t>C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p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b</a:t>
            </a:r>
            <a:r>
              <a:rPr dirty="0" sz="1200" spc="45">
                <a:latin typeface="Arial"/>
                <a:cs typeface="Arial"/>
              </a:rPr>
              <a:t>ili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35">
                <a:latin typeface="Arial"/>
                <a:cs typeface="Arial"/>
              </a:rPr>
              <a:t>y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70">
                <a:latin typeface="Arial"/>
                <a:cs typeface="Arial"/>
              </a:rPr>
              <a:t>o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140">
                <a:latin typeface="Arial"/>
                <a:cs typeface="Arial"/>
              </a:rPr>
              <a:t>w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40">
                <a:latin typeface="Arial"/>
                <a:cs typeface="Arial"/>
              </a:rPr>
              <a:t>k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ff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l</a:t>
            </a:r>
            <a:r>
              <a:rPr dirty="0" sz="1200" spc="35">
                <a:latin typeface="Arial"/>
                <a:cs typeface="Arial"/>
              </a:rPr>
              <a:t>y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140">
                <a:latin typeface="Arial"/>
                <a:cs typeface="Arial"/>
              </a:rPr>
              <a:t>w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60">
                <a:latin typeface="Arial"/>
                <a:cs typeface="Arial"/>
              </a:rPr>
              <a:t>h</a:t>
            </a:r>
            <a:r>
              <a:rPr dirty="0" sz="1200" spc="75">
                <a:latin typeface="Arial"/>
                <a:cs typeface="Arial"/>
              </a:rPr>
              <a:t>o</a:t>
            </a:r>
            <a:r>
              <a:rPr dirty="0" sz="1200" spc="60">
                <a:latin typeface="Arial"/>
                <a:cs typeface="Arial"/>
              </a:rPr>
              <a:t>u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95">
                <a:latin typeface="Arial"/>
                <a:cs typeface="Arial"/>
              </a:rPr>
              <a:t>r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30">
                <a:latin typeface="Arial"/>
                <a:cs typeface="Arial"/>
              </a:rPr>
              <a:t>v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-31535">
                <a:latin typeface="Arial"/>
                <a:cs typeface="Arial"/>
              </a:rPr>
              <a:t>n</a:t>
            </a:r>
            <a:r>
              <a:rPr dirty="0" sz="1050" spc="-1055">
                <a:latin typeface="MS Gothic"/>
                <a:cs typeface="MS Gothic"/>
              </a:rPr>
              <a:t>❖</a:t>
            </a:r>
            <a:r>
              <a:rPr dirty="0" sz="1050" spc="175">
                <a:latin typeface="MS Gothic"/>
                <a:cs typeface="MS Gothic"/>
              </a:rPr>
              <a:t>❖</a:t>
            </a:r>
            <a:r>
              <a:rPr dirty="0" sz="1050">
                <a:latin typeface="MS Gothic"/>
                <a:cs typeface="MS Gothic"/>
              </a:rPr>
              <a:t>		</a:t>
            </a:r>
            <a:r>
              <a:rPr dirty="0" baseline="6666" sz="1875" spc="112">
                <a:latin typeface="Tahoma"/>
                <a:cs typeface="Tahoma"/>
              </a:rPr>
              <a:t>Q</a:t>
            </a:r>
            <a:r>
              <a:rPr dirty="0" baseline="6666" sz="1875" spc="97">
                <a:latin typeface="Tahoma"/>
                <a:cs typeface="Tahoma"/>
              </a:rPr>
              <a:t>u</a:t>
            </a:r>
            <a:r>
              <a:rPr dirty="0" baseline="6666" sz="1875" spc="60">
                <a:latin typeface="Tahoma"/>
                <a:cs typeface="Tahoma"/>
              </a:rPr>
              <a:t>a</a:t>
            </a:r>
            <a:r>
              <a:rPr dirty="0" baseline="6666" sz="1875" spc="97">
                <a:latin typeface="Tahoma"/>
                <a:cs typeface="Tahoma"/>
              </a:rPr>
              <a:t>d</a:t>
            </a:r>
            <a:r>
              <a:rPr dirty="0" baseline="6666" sz="1875" spc="-209">
                <a:latin typeface="Tahoma"/>
                <a:cs typeface="Tahoma"/>
              </a:rPr>
              <a:t> </a:t>
            </a:r>
            <a:r>
              <a:rPr dirty="0" baseline="6666" sz="1875" spc="-37">
                <a:latin typeface="Tahoma"/>
                <a:cs typeface="Tahoma"/>
              </a:rPr>
              <a:t>L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60">
                <a:latin typeface="Tahoma"/>
                <a:cs typeface="Tahoma"/>
              </a:rPr>
              <a:t>v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-9637">
                <a:latin typeface="Tahoma"/>
                <a:cs typeface="Tahoma"/>
              </a:rPr>
              <a:t>l</a:t>
            </a:r>
            <a:r>
              <a:rPr dirty="0" baseline="6666" sz="1875" spc="112">
                <a:latin typeface="Tahoma"/>
                <a:cs typeface="Tahoma"/>
              </a:rPr>
              <a:t>Q</a:t>
            </a:r>
            <a:r>
              <a:rPr dirty="0" baseline="6666" sz="1875" spc="97">
                <a:latin typeface="Tahoma"/>
                <a:cs typeface="Tahoma"/>
              </a:rPr>
              <a:t>u</a:t>
            </a:r>
            <a:r>
              <a:rPr dirty="0" baseline="6666" sz="1875" spc="60">
                <a:latin typeface="Tahoma"/>
                <a:cs typeface="Tahoma"/>
              </a:rPr>
              <a:t>a</a:t>
            </a:r>
            <a:r>
              <a:rPr dirty="0" baseline="6666" sz="1875" spc="97">
                <a:latin typeface="Tahoma"/>
                <a:cs typeface="Tahoma"/>
              </a:rPr>
              <a:t>d</a:t>
            </a:r>
            <a:r>
              <a:rPr dirty="0" baseline="6666" sz="1875" spc="-209">
                <a:latin typeface="Tahoma"/>
                <a:cs typeface="Tahoma"/>
              </a:rPr>
              <a:t> </a:t>
            </a:r>
            <a:r>
              <a:rPr dirty="0" baseline="6666" sz="1875" spc="-37">
                <a:latin typeface="Tahoma"/>
                <a:cs typeface="Tahoma"/>
              </a:rPr>
              <a:t>L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60">
                <a:latin typeface="Tahoma"/>
                <a:cs typeface="Tahoma"/>
              </a:rPr>
              <a:t>v</a:t>
            </a:r>
            <a:r>
              <a:rPr dirty="0" baseline="6666" sz="1875" spc="75">
                <a:latin typeface="Tahoma"/>
                <a:cs typeface="Tahoma"/>
              </a:rPr>
              <a:t>e</a:t>
            </a:r>
            <a:r>
              <a:rPr dirty="0" baseline="6666" sz="1875" spc="89">
                <a:latin typeface="Tahoma"/>
                <a:cs typeface="Tahoma"/>
              </a:rPr>
              <a:t>l</a:t>
            </a:r>
            <a:r>
              <a:rPr dirty="0" baseline="6666" sz="1875" spc="-165">
                <a:latin typeface="Tahoma"/>
                <a:cs typeface="Tahoma"/>
              </a:rPr>
              <a:t> </a:t>
            </a:r>
            <a:r>
              <a:rPr dirty="0" baseline="6944" sz="1800" spc="-187">
                <a:latin typeface="Arial"/>
                <a:cs typeface="Arial"/>
              </a:rPr>
              <a:t>C</a:t>
            </a:r>
            <a:r>
              <a:rPr dirty="0" baseline="6944" sz="1800" spc="89">
                <a:latin typeface="Arial"/>
                <a:cs typeface="Arial"/>
              </a:rPr>
              <a:t>u</a:t>
            </a:r>
            <a:r>
              <a:rPr dirty="0" baseline="6944" sz="1800" spc="-82">
                <a:latin typeface="Arial"/>
                <a:cs typeface="Arial"/>
              </a:rPr>
              <a:t>s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-6367">
                <a:latin typeface="Arial"/>
                <a:cs typeface="Arial"/>
              </a:rPr>
              <a:t>m</a:t>
            </a:r>
            <a:r>
              <a:rPr dirty="0" baseline="6944" sz="1800" spc="-187">
                <a:latin typeface="Arial"/>
                <a:cs typeface="Arial"/>
              </a:rPr>
              <a:t>C</a:t>
            </a:r>
            <a:r>
              <a:rPr dirty="0" baseline="6944" sz="1800" spc="89">
                <a:latin typeface="Arial"/>
                <a:cs typeface="Arial"/>
              </a:rPr>
              <a:t>u</a:t>
            </a:r>
            <a:r>
              <a:rPr dirty="0" baseline="6944" sz="1800" spc="-82">
                <a:latin typeface="Arial"/>
                <a:cs typeface="Arial"/>
              </a:rPr>
              <a:t>s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87">
                <a:latin typeface="Arial"/>
                <a:cs typeface="Arial"/>
              </a:rPr>
              <a:t>m</a:t>
            </a:r>
            <a:r>
              <a:rPr dirty="0" baseline="6944" sz="1800" spc="-22">
                <a:latin typeface="Arial"/>
                <a:cs typeface="Arial"/>
              </a:rPr>
              <a:t> </a:t>
            </a:r>
            <a:r>
              <a:rPr dirty="0" baseline="6666" sz="1875" spc="-690">
                <a:latin typeface="Tahoma"/>
                <a:cs typeface="Tahoma"/>
              </a:rPr>
              <a:t>E</a:t>
            </a:r>
            <a:r>
              <a:rPr dirty="0" baseline="6666" sz="1875" spc="-577">
                <a:latin typeface="Tahoma"/>
                <a:cs typeface="Tahoma"/>
              </a:rPr>
              <a:t>n</a:t>
            </a:r>
            <a:r>
              <a:rPr dirty="0" baseline="6666" sz="1875" spc="-652">
                <a:latin typeface="Tahoma"/>
                <a:cs typeface="Tahoma"/>
              </a:rPr>
              <a:t>c</a:t>
            </a:r>
            <a:r>
              <a:rPr dirty="0" baseline="6666" sz="1875" spc="-607">
                <a:latin typeface="Tahoma"/>
                <a:cs typeface="Tahoma"/>
              </a:rPr>
              <a:t>r</a:t>
            </a:r>
            <a:r>
              <a:rPr dirty="0" baseline="6666" sz="1875" spc="-622">
                <a:latin typeface="Tahoma"/>
                <a:cs typeface="Tahoma"/>
              </a:rPr>
              <a:t>y</a:t>
            </a:r>
            <a:r>
              <a:rPr dirty="0" baseline="6666" sz="1875" spc="-569">
                <a:latin typeface="Tahoma"/>
                <a:cs typeface="Tahoma"/>
              </a:rPr>
              <a:t>p</a:t>
            </a:r>
            <a:r>
              <a:rPr dirty="0" baseline="6666" sz="1875" spc="-585">
                <a:latin typeface="Tahoma"/>
                <a:cs typeface="Tahoma"/>
              </a:rPr>
              <a:t>t</a:t>
            </a:r>
            <a:r>
              <a:rPr dirty="0" baseline="6666" sz="1875" spc="-585">
                <a:latin typeface="Tahoma"/>
                <a:cs typeface="Tahoma"/>
              </a:rPr>
              <a:t>i</a:t>
            </a:r>
            <a:r>
              <a:rPr dirty="0" baseline="6666" sz="1875" spc="-555">
                <a:latin typeface="Tahoma"/>
                <a:cs typeface="Tahoma"/>
              </a:rPr>
              <a:t>o</a:t>
            </a:r>
            <a:r>
              <a:rPr dirty="0" baseline="6666" sz="1875" spc="-10110">
                <a:latin typeface="Tahoma"/>
                <a:cs typeface="Tahoma"/>
              </a:rPr>
              <a:t>n</a:t>
            </a:r>
            <a:r>
              <a:rPr dirty="0" baseline="6666" sz="1875" spc="-690">
                <a:latin typeface="Tahoma"/>
                <a:cs typeface="Tahoma"/>
              </a:rPr>
              <a:t>E</a:t>
            </a:r>
            <a:r>
              <a:rPr dirty="0" baseline="6666" sz="1875" spc="-577">
                <a:latin typeface="Tahoma"/>
                <a:cs typeface="Tahoma"/>
              </a:rPr>
              <a:t>n</a:t>
            </a:r>
            <a:r>
              <a:rPr dirty="0" baseline="6666" sz="1875" spc="-652">
                <a:latin typeface="Tahoma"/>
                <a:cs typeface="Tahoma"/>
              </a:rPr>
              <a:t>c</a:t>
            </a:r>
            <a:r>
              <a:rPr dirty="0" baseline="6666" sz="1875" spc="-607">
                <a:latin typeface="Tahoma"/>
                <a:cs typeface="Tahoma"/>
              </a:rPr>
              <a:t>r</a:t>
            </a:r>
            <a:r>
              <a:rPr dirty="0" baseline="6666" sz="1875" spc="-622">
                <a:latin typeface="Tahoma"/>
                <a:cs typeface="Tahoma"/>
              </a:rPr>
              <a:t>y</a:t>
            </a:r>
            <a:r>
              <a:rPr dirty="0" baseline="6666" sz="1875" spc="-569">
                <a:latin typeface="Tahoma"/>
                <a:cs typeface="Tahoma"/>
              </a:rPr>
              <a:t>p</a:t>
            </a:r>
            <a:r>
              <a:rPr dirty="0" baseline="6666" sz="1875" spc="-585">
                <a:latin typeface="Tahoma"/>
                <a:cs typeface="Tahoma"/>
              </a:rPr>
              <a:t>t</a:t>
            </a:r>
            <a:r>
              <a:rPr dirty="0" baseline="6666" sz="1875" spc="-585">
                <a:latin typeface="Tahoma"/>
                <a:cs typeface="Tahoma"/>
              </a:rPr>
              <a:t>i</a:t>
            </a:r>
            <a:r>
              <a:rPr dirty="0" baseline="6666" sz="1875" spc="-555">
                <a:latin typeface="Tahoma"/>
                <a:cs typeface="Tahoma"/>
              </a:rPr>
              <a:t>o</a:t>
            </a:r>
            <a:r>
              <a:rPr dirty="0" baseline="6666" sz="1875" spc="-585">
                <a:latin typeface="Tahoma"/>
                <a:cs typeface="Tahoma"/>
              </a:rPr>
              <a:t>n</a:t>
            </a:r>
            <a:r>
              <a:rPr dirty="0" baseline="6666" sz="1875" spc="-209">
                <a:latin typeface="Tahoma"/>
                <a:cs typeface="Tahoma"/>
              </a:rPr>
              <a:t> 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67">
                <a:latin typeface="Arial"/>
                <a:cs typeface="Arial"/>
              </a:rPr>
              <a:t>l</a:t>
            </a:r>
            <a:r>
              <a:rPr dirty="0" baseline="6944" sz="1800" spc="-7">
                <a:latin typeface="Arial"/>
                <a:cs typeface="Arial"/>
              </a:rPr>
              <a:t>g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42">
                <a:latin typeface="Arial"/>
                <a:cs typeface="Arial"/>
              </a:rPr>
              <a:t>r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89">
                <a:latin typeface="Arial"/>
                <a:cs typeface="Arial"/>
              </a:rPr>
              <a:t>h</a:t>
            </a:r>
            <a:r>
              <a:rPr dirty="0" baseline="6944" sz="1800" spc="-8340">
                <a:latin typeface="Arial"/>
                <a:cs typeface="Arial"/>
              </a:rPr>
              <a:t>m</a:t>
            </a:r>
            <a:r>
              <a:rPr dirty="0" baseline="6944" sz="1800" spc="15">
                <a:latin typeface="Arial"/>
                <a:cs typeface="Arial"/>
              </a:rPr>
              <a:t>A</a:t>
            </a:r>
            <a:r>
              <a:rPr dirty="0" baseline="6944" sz="1800" spc="67">
                <a:latin typeface="Arial"/>
                <a:cs typeface="Arial"/>
              </a:rPr>
              <a:t>l</a:t>
            </a:r>
            <a:r>
              <a:rPr dirty="0" baseline="6944" sz="1800" spc="-7">
                <a:latin typeface="Arial"/>
                <a:cs typeface="Arial"/>
              </a:rPr>
              <a:t>g</a:t>
            </a:r>
            <a:r>
              <a:rPr dirty="0" baseline="6944" sz="1800" spc="112">
                <a:latin typeface="Arial"/>
                <a:cs typeface="Arial"/>
              </a:rPr>
              <a:t>o</a:t>
            </a:r>
            <a:r>
              <a:rPr dirty="0" baseline="6944" sz="1800" spc="142">
                <a:latin typeface="Arial"/>
                <a:cs typeface="Arial"/>
              </a:rPr>
              <a:t>r</a:t>
            </a:r>
            <a:r>
              <a:rPr dirty="0" baseline="6944" sz="1800" spc="67">
                <a:latin typeface="Arial"/>
                <a:cs typeface="Arial"/>
              </a:rPr>
              <a:t>i</a:t>
            </a:r>
            <a:r>
              <a:rPr dirty="0" baseline="6944" sz="1800" spc="195">
                <a:latin typeface="Arial"/>
                <a:cs typeface="Arial"/>
              </a:rPr>
              <a:t>t</a:t>
            </a:r>
            <a:r>
              <a:rPr dirty="0" baseline="6944" sz="1800" spc="89">
                <a:latin typeface="Arial"/>
                <a:cs typeface="Arial"/>
              </a:rPr>
              <a:t>h</a:t>
            </a:r>
            <a:r>
              <a:rPr dirty="0" baseline="6944" sz="1800" spc="120">
                <a:latin typeface="Arial"/>
                <a:cs typeface="Arial"/>
              </a:rPr>
              <a:t>m </a:t>
            </a:r>
            <a:r>
              <a:rPr dirty="0" baseline="-6944" sz="1800" spc="67">
                <a:latin typeface="Arial"/>
                <a:cs typeface="Arial"/>
              </a:rPr>
              <a:t>i</a:t>
            </a:r>
            <a:r>
              <a:rPr dirty="0" baseline="-6944" sz="1800" spc="104">
                <a:latin typeface="Arial"/>
                <a:cs typeface="Arial"/>
              </a:rPr>
              <a:t>n</a:t>
            </a:r>
            <a:r>
              <a:rPr dirty="0" baseline="-6944" sz="1800" spc="-67">
                <a:latin typeface="Arial"/>
                <a:cs typeface="Arial"/>
              </a:rPr>
              <a:t> </a:t>
            </a:r>
            <a:r>
              <a:rPr dirty="0" baseline="-6944" sz="1800" spc="67">
                <a:latin typeface="Arial"/>
                <a:cs typeface="Arial"/>
              </a:rPr>
              <a:t>l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202">
                <a:latin typeface="Arial"/>
                <a:cs typeface="Arial"/>
              </a:rPr>
              <a:t>w</a:t>
            </a:r>
            <a:r>
              <a:rPr dirty="0" baseline="-6944" sz="1800" spc="-44">
                <a:latin typeface="Arial"/>
                <a:cs typeface="Arial"/>
              </a:rPr>
              <a:t> 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195">
                <a:latin typeface="Arial"/>
                <a:cs typeface="Arial"/>
              </a:rPr>
              <a:t>t</a:t>
            </a:r>
            <a:r>
              <a:rPr dirty="0" baseline="-6944" sz="1800" spc="209">
                <a:latin typeface="Arial"/>
                <a:cs typeface="Arial"/>
              </a:rPr>
              <a:t>w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142">
                <a:latin typeface="Arial"/>
                <a:cs typeface="Arial"/>
              </a:rPr>
              <a:t>r</a:t>
            </a:r>
            <a:r>
              <a:rPr dirty="0" baseline="-6944" sz="1800" spc="60">
                <a:latin typeface="Arial"/>
                <a:cs typeface="Arial"/>
              </a:rPr>
              <a:t>k</a:t>
            </a:r>
            <a:r>
              <a:rPr dirty="0" baseline="-6944" sz="1800" spc="-44">
                <a:latin typeface="Arial"/>
                <a:cs typeface="Arial"/>
              </a:rPr>
              <a:t> </a:t>
            </a:r>
            <a:r>
              <a:rPr dirty="0" baseline="-6944" sz="1800" spc="-82">
                <a:latin typeface="Arial"/>
                <a:cs typeface="Arial"/>
              </a:rPr>
              <a:t>z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-18239">
                <a:latin typeface="Arial"/>
                <a:cs typeface="Arial"/>
              </a:rPr>
              <a:t>s</a:t>
            </a:r>
            <a:r>
              <a:rPr dirty="0" baseline="-6944" sz="1800" spc="67">
                <a:latin typeface="Arial"/>
                <a:cs typeface="Arial"/>
              </a:rPr>
              <a:t>i</a:t>
            </a:r>
            <a:r>
              <a:rPr dirty="0" baseline="-6944" sz="1800" spc="104">
                <a:latin typeface="Arial"/>
                <a:cs typeface="Arial"/>
              </a:rPr>
              <a:t>n</a:t>
            </a:r>
            <a:r>
              <a:rPr dirty="0" baseline="-6944" sz="1800" spc="-67">
                <a:latin typeface="Arial"/>
                <a:cs typeface="Arial"/>
              </a:rPr>
              <a:t> </a:t>
            </a:r>
            <a:r>
              <a:rPr dirty="0" baseline="-6944" sz="1800" spc="67">
                <a:latin typeface="Arial"/>
                <a:cs typeface="Arial"/>
              </a:rPr>
              <a:t>l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202">
                <a:latin typeface="Arial"/>
                <a:cs typeface="Arial"/>
              </a:rPr>
              <a:t>w</a:t>
            </a:r>
            <a:r>
              <a:rPr dirty="0" baseline="-6944" sz="1800" spc="-44">
                <a:latin typeface="Arial"/>
                <a:cs typeface="Arial"/>
              </a:rPr>
              <a:t> 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195">
                <a:latin typeface="Arial"/>
                <a:cs typeface="Arial"/>
              </a:rPr>
              <a:t>t</a:t>
            </a:r>
            <a:r>
              <a:rPr dirty="0" baseline="-6944" sz="1800" spc="209">
                <a:latin typeface="Arial"/>
                <a:cs typeface="Arial"/>
              </a:rPr>
              <a:t>w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142">
                <a:latin typeface="Arial"/>
                <a:cs typeface="Arial"/>
              </a:rPr>
              <a:t>r</a:t>
            </a:r>
            <a:r>
              <a:rPr dirty="0" baseline="-6944" sz="1800" spc="60">
                <a:latin typeface="Arial"/>
                <a:cs typeface="Arial"/>
              </a:rPr>
              <a:t>k</a:t>
            </a:r>
            <a:r>
              <a:rPr dirty="0" baseline="-6944" sz="1800" spc="-44">
                <a:latin typeface="Arial"/>
                <a:cs typeface="Arial"/>
              </a:rPr>
              <a:t> </a:t>
            </a:r>
            <a:r>
              <a:rPr dirty="0" baseline="-6944" sz="1800" spc="-82">
                <a:latin typeface="Arial"/>
                <a:cs typeface="Arial"/>
              </a:rPr>
              <a:t>z</a:t>
            </a:r>
            <a:r>
              <a:rPr dirty="0" baseline="-6944" sz="1800" spc="112">
                <a:latin typeface="Arial"/>
                <a:cs typeface="Arial"/>
              </a:rPr>
              <a:t>o</a:t>
            </a:r>
            <a:r>
              <a:rPr dirty="0" baseline="-6944" sz="1800" spc="89">
                <a:latin typeface="Arial"/>
                <a:cs typeface="Arial"/>
              </a:rPr>
              <a:t>n</a:t>
            </a:r>
            <a:r>
              <a:rPr dirty="0" baseline="-6944" sz="1800" spc="37">
                <a:latin typeface="Arial"/>
                <a:cs typeface="Arial"/>
              </a:rPr>
              <a:t>e</a:t>
            </a:r>
            <a:r>
              <a:rPr dirty="0" baseline="-6944" sz="1800" spc="-75">
                <a:latin typeface="Arial"/>
                <a:cs typeface="Arial"/>
              </a:rPr>
              <a:t>s</a:t>
            </a:r>
            <a:r>
              <a:rPr dirty="0" baseline="-6944" sz="1800">
                <a:latin typeface="Arial"/>
                <a:cs typeface="Arial"/>
              </a:rPr>
              <a:t>	</a:t>
            </a:r>
            <a:r>
              <a:rPr dirty="0" sz="1200" spc="-5">
                <a:latin typeface="Arial"/>
                <a:cs typeface="Arial"/>
              </a:rPr>
              <a:t>D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-70">
                <a:latin typeface="Arial"/>
                <a:cs typeface="Arial"/>
              </a:rPr>
              <a:t>P</a:t>
            </a:r>
            <a:r>
              <a:rPr dirty="0" sz="1200" spc="10">
                <a:latin typeface="Arial"/>
                <a:cs typeface="Arial"/>
              </a:rPr>
              <a:t>I</a:t>
            </a:r>
            <a:r>
              <a:rPr dirty="0" sz="1200" spc="85">
                <a:latin typeface="Arial"/>
                <a:cs typeface="Arial"/>
              </a:rPr>
              <a:t>'</a:t>
            </a:r>
            <a:r>
              <a:rPr dirty="0" sz="1200" spc="-50">
                <a:latin typeface="Arial"/>
                <a:cs typeface="Arial"/>
              </a:rPr>
              <a:t>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-12545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D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-55">
                <a:latin typeface="Arial"/>
                <a:cs typeface="Arial"/>
              </a:rPr>
              <a:t>s</a:t>
            </a:r>
            <a:r>
              <a:rPr dirty="0" sz="1200" spc="130">
                <a:latin typeface="Arial"/>
                <a:cs typeface="Arial"/>
              </a:rPr>
              <a:t>t</a:t>
            </a:r>
            <a:r>
              <a:rPr dirty="0" sz="1200" spc="45">
                <a:latin typeface="Arial"/>
                <a:cs typeface="Arial"/>
              </a:rPr>
              <a:t>i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135">
                <a:latin typeface="Arial"/>
                <a:cs typeface="Arial"/>
              </a:rPr>
              <a:t>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-70">
                <a:latin typeface="Arial"/>
                <a:cs typeface="Arial"/>
              </a:rPr>
              <a:t>P</a:t>
            </a:r>
            <a:r>
              <a:rPr dirty="0" sz="1200" spc="10">
                <a:latin typeface="Arial"/>
                <a:cs typeface="Arial"/>
              </a:rPr>
              <a:t>I</a:t>
            </a:r>
            <a:r>
              <a:rPr dirty="0" sz="1200" spc="85">
                <a:latin typeface="Arial"/>
                <a:cs typeface="Arial"/>
              </a:rPr>
              <a:t>'</a:t>
            </a:r>
            <a:r>
              <a:rPr dirty="0" sz="1200" spc="-50">
                <a:latin typeface="Arial"/>
                <a:cs typeface="Arial"/>
              </a:rPr>
              <a:t>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25">
                <a:latin typeface="Arial"/>
                <a:cs typeface="Arial"/>
              </a:rPr>
              <a:t>e</a:t>
            </a:r>
            <a:r>
              <a:rPr dirty="0" sz="1200" spc="60">
                <a:latin typeface="Arial"/>
                <a:cs typeface="Arial"/>
              </a:rPr>
              <a:t>nh</a:t>
            </a:r>
            <a:r>
              <a:rPr dirty="0" sz="1200" spc="10">
                <a:latin typeface="Arial"/>
                <a:cs typeface="Arial"/>
              </a:rPr>
              <a:t>a</a:t>
            </a:r>
            <a:r>
              <a:rPr dirty="0" sz="1200" spc="60">
                <a:latin typeface="Arial"/>
                <a:cs typeface="Arial"/>
              </a:rPr>
              <a:t>n</a:t>
            </a:r>
            <a:r>
              <a:rPr dirty="0" sz="1200" spc="-5">
                <a:latin typeface="Arial"/>
                <a:cs typeface="Arial"/>
              </a:rPr>
              <a:t>c</a:t>
            </a:r>
            <a:r>
              <a:rPr dirty="0" sz="1200" spc="30">
                <a:latin typeface="Arial"/>
                <a:cs typeface="Arial"/>
              </a:rPr>
              <a:t>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50" spc="-35">
                <a:latin typeface="Tahoma"/>
                <a:cs typeface="Tahoma"/>
              </a:rPr>
              <a:t>S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15">
                <a:latin typeface="Tahoma"/>
                <a:cs typeface="Tahoma"/>
              </a:rPr>
              <a:t>c</a:t>
            </a:r>
            <a:r>
              <a:rPr dirty="0" sz="1250" spc="65">
                <a:latin typeface="Tahoma"/>
                <a:cs typeface="Tahoma"/>
              </a:rPr>
              <a:t>u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60">
                <a:latin typeface="Tahoma"/>
                <a:cs typeface="Tahoma"/>
              </a:rPr>
              <a:t>i</a:t>
            </a:r>
            <a:r>
              <a:rPr dirty="0" sz="1250" spc="60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y</a:t>
            </a:r>
            <a:r>
              <a:rPr dirty="0" sz="1250" spc="-200">
                <a:latin typeface="Tahoma"/>
                <a:cs typeface="Tahoma"/>
              </a:rPr>
              <a:t> </a:t>
            </a:r>
            <a:r>
              <a:rPr dirty="0" sz="1250" spc="5">
                <a:latin typeface="Tahoma"/>
                <a:cs typeface="Tahoma"/>
              </a:rPr>
              <a:t>s</a:t>
            </a:r>
            <a:r>
              <a:rPr dirty="0" sz="1250" spc="60">
                <a:latin typeface="Tahoma"/>
                <a:cs typeface="Tahoma"/>
              </a:rPr>
              <a:t>t</a:t>
            </a:r>
            <a:r>
              <a:rPr dirty="0" sz="1250" spc="40">
                <a:latin typeface="Tahoma"/>
                <a:cs typeface="Tahoma"/>
              </a:rPr>
              <a:t>a</a:t>
            </a:r>
            <a:r>
              <a:rPr dirty="0" sz="1250" spc="65">
                <a:latin typeface="Tahoma"/>
                <a:cs typeface="Tahoma"/>
              </a:rPr>
              <a:t>n</a:t>
            </a:r>
            <a:r>
              <a:rPr dirty="0" sz="1250" spc="70">
                <a:latin typeface="Tahoma"/>
                <a:cs typeface="Tahoma"/>
              </a:rPr>
              <a:t>d</a:t>
            </a:r>
            <a:r>
              <a:rPr dirty="0" sz="1250" spc="40">
                <a:latin typeface="Tahoma"/>
                <a:cs typeface="Tahoma"/>
              </a:rPr>
              <a:t>a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70">
                <a:latin typeface="Tahoma"/>
                <a:cs typeface="Tahoma"/>
              </a:rPr>
              <a:t>d</a:t>
            </a:r>
            <a:r>
              <a:rPr dirty="0" sz="1250" spc="-10740">
                <a:latin typeface="Tahoma"/>
                <a:cs typeface="Tahoma"/>
              </a:rPr>
              <a:t>s</a:t>
            </a:r>
            <a:r>
              <a:rPr dirty="0" sz="1250" spc="-35">
                <a:latin typeface="Tahoma"/>
                <a:cs typeface="Tahoma"/>
              </a:rPr>
              <a:t>S</a:t>
            </a:r>
            <a:r>
              <a:rPr dirty="0" sz="1250" spc="50">
                <a:latin typeface="Tahoma"/>
                <a:cs typeface="Tahoma"/>
              </a:rPr>
              <a:t>e</a:t>
            </a:r>
            <a:r>
              <a:rPr dirty="0" sz="1250" spc="15">
                <a:latin typeface="Tahoma"/>
                <a:cs typeface="Tahoma"/>
              </a:rPr>
              <a:t>c</a:t>
            </a:r>
            <a:r>
              <a:rPr dirty="0" sz="1250" spc="65">
                <a:latin typeface="Tahoma"/>
                <a:cs typeface="Tahoma"/>
              </a:rPr>
              <a:t>u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60">
                <a:latin typeface="Tahoma"/>
                <a:cs typeface="Tahoma"/>
              </a:rPr>
              <a:t>i</a:t>
            </a:r>
            <a:r>
              <a:rPr dirty="0" sz="1250" spc="60">
                <a:latin typeface="Tahoma"/>
                <a:cs typeface="Tahoma"/>
              </a:rPr>
              <a:t>t</a:t>
            </a:r>
            <a:r>
              <a:rPr dirty="0" sz="1250" spc="45">
                <a:latin typeface="Tahoma"/>
                <a:cs typeface="Tahoma"/>
              </a:rPr>
              <a:t>y</a:t>
            </a:r>
            <a:r>
              <a:rPr dirty="0" sz="1250" spc="-200">
                <a:latin typeface="Tahoma"/>
                <a:cs typeface="Tahoma"/>
              </a:rPr>
              <a:t> </a:t>
            </a:r>
            <a:r>
              <a:rPr dirty="0" sz="1250" spc="5">
                <a:latin typeface="Tahoma"/>
                <a:cs typeface="Tahoma"/>
              </a:rPr>
              <a:t>s</a:t>
            </a:r>
            <a:r>
              <a:rPr dirty="0" sz="1250" spc="60">
                <a:latin typeface="Tahoma"/>
                <a:cs typeface="Tahoma"/>
              </a:rPr>
              <a:t>t</a:t>
            </a:r>
            <a:r>
              <a:rPr dirty="0" sz="1250" spc="40">
                <a:latin typeface="Tahoma"/>
                <a:cs typeface="Tahoma"/>
              </a:rPr>
              <a:t>a</a:t>
            </a:r>
            <a:r>
              <a:rPr dirty="0" sz="1250" spc="65">
                <a:latin typeface="Tahoma"/>
                <a:cs typeface="Tahoma"/>
              </a:rPr>
              <a:t>n</a:t>
            </a:r>
            <a:r>
              <a:rPr dirty="0" sz="1250" spc="70">
                <a:latin typeface="Tahoma"/>
                <a:cs typeface="Tahoma"/>
              </a:rPr>
              <a:t>d</a:t>
            </a:r>
            <a:r>
              <a:rPr dirty="0" sz="1250" spc="40">
                <a:latin typeface="Tahoma"/>
                <a:cs typeface="Tahoma"/>
              </a:rPr>
              <a:t>a</a:t>
            </a:r>
            <a:r>
              <a:rPr dirty="0" sz="1250" spc="45">
                <a:latin typeface="Tahoma"/>
                <a:cs typeface="Tahoma"/>
              </a:rPr>
              <a:t>r</a:t>
            </a:r>
            <a:r>
              <a:rPr dirty="0" sz="1250" spc="70">
                <a:latin typeface="Tahoma"/>
                <a:cs typeface="Tahoma"/>
              </a:rPr>
              <a:t>d</a:t>
            </a:r>
            <a:r>
              <a:rPr dirty="0" sz="1250" spc="-25920">
                <a:latin typeface="Tahoma"/>
                <a:cs typeface="Tahoma"/>
              </a:rPr>
              <a:t>s</a:t>
            </a:r>
            <a:r>
              <a:rPr dirty="0" sz="1050" spc="-1055">
                <a:latin typeface="MS Gothic"/>
                <a:cs typeface="MS Gothic"/>
              </a:rPr>
              <a:t>❖</a:t>
            </a:r>
            <a:r>
              <a:rPr dirty="0" sz="1050" spc="175">
                <a:latin typeface="MS Gothic"/>
                <a:cs typeface="MS Gothic"/>
              </a:rPr>
              <a:t>❖</a:t>
            </a:r>
            <a:endParaRPr sz="105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14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MS Gothic"/>
              <a:cs typeface="MS Gothic"/>
            </a:endParaRPr>
          </a:p>
          <a:p>
            <a:pPr marL="3742054">
              <a:lnSpc>
                <a:spcPts val="1130"/>
              </a:lnSpc>
              <a:spcBef>
                <a:spcPts val="5"/>
              </a:spcBef>
            </a:pPr>
            <a:r>
              <a:rPr dirty="0" sz="800" spc="-525">
                <a:latin typeface="Lucida Sans Unicode"/>
                <a:cs typeface="Lucida Sans Unicode"/>
              </a:rPr>
              <a:t>2</a:t>
            </a:r>
            <a:r>
              <a:rPr dirty="0" sz="800" spc="-37925">
                <a:solidFill>
                  <a:srgbClr val="AAAAAA"/>
                </a:solidFill>
                <a:latin typeface="Lucida Sans Unicode"/>
                <a:cs typeface="Lucida Sans Unicode"/>
              </a:rPr>
              <a:t>2</a:t>
            </a:r>
            <a:r>
              <a:rPr dirty="0" sz="950" spc="-5">
                <a:latin typeface="Calibri"/>
                <a:cs typeface="Calibri"/>
              </a:rPr>
              <a:t>@</a:t>
            </a:r>
            <a:r>
              <a:rPr dirty="0" sz="950" spc="-10">
                <a:latin typeface="Calibri"/>
                <a:cs typeface="Calibri"/>
              </a:rPr>
              <a:t>S</a:t>
            </a:r>
            <a:r>
              <a:rPr dirty="0" sz="950" spc="-30">
                <a:latin typeface="Calibri"/>
                <a:cs typeface="Calibri"/>
              </a:rPr>
              <a:t>I</a:t>
            </a:r>
            <a:r>
              <a:rPr dirty="0" sz="950" spc="-75">
                <a:latin typeface="Calibri"/>
                <a:cs typeface="Calibri"/>
              </a:rPr>
              <a:t>H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65">
                <a:latin typeface="Calibri"/>
                <a:cs typeface="Calibri"/>
              </a:rPr>
              <a:t>Idea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60">
                <a:latin typeface="Calibri"/>
                <a:cs typeface="Calibri"/>
              </a:rPr>
              <a:t>submission-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95">
                <a:latin typeface="Calibri"/>
                <a:cs typeface="Calibri"/>
              </a:rPr>
              <a:t>T</a:t>
            </a:r>
            <a:r>
              <a:rPr dirty="0" sz="950" spc="-85">
                <a:latin typeface="Calibri"/>
                <a:cs typeface="Calibri"/>
              </a:rPr>
              <a:t>e</a:t>
            </a:r>
            <a:r>
              <a:rPr dirty="0" sz="950" spc="-110">
                <a:latin typeface="Calibri"/>
                <a:cs typeface="Calibri"/>
              </a:rPr>
              <a:t>m</a:t>
            </a:r>
            <a:r>
              <a:rPr dirty="0" sz="950" spc="-85">
                <a:latin typeface="Calibri"/>
                <a:cs typeface="Calibri"/>
              </a:rPr>
              <a:t>p</a:t>
            </a:r>
            <a:r>
              <a:rPr dirty="0" sz="950" spc="-35">
                <a:latin typeface="Calibri"/>
                <a:cs typeface="Calibri"/>
              </a:rPr>
              <a:t>l</a:t>
            </a:r>
            <a:r>
              <a:rPr dirty="0" sz="950" spc="-85">
                <a:latin typeface="Calibri"/>
                <a:cs typeface="Calibri"/>
              </a:rPr>
              <a:t>a</a:t>
            </a:r>
            <a:r>
              <a:rPr dirty="0" sz="950" spc="-60">
                <a:latin typeface="Calibri"/>
                <a:cs typeface="Calibri"/>
              </a:rPr>
              <a:t>t</a:t>
            </a:r>
            <a:r>
              <a:rPr dirty="0" sz="950" spc="-11275">
                <a:latin typeface="Calibri"/>
                <a:cs typeface="Calibri"/>
              </a:rPr>
              <a:t>e</a:t>
            </a:r>
            <a:r>
              <a:rPr dirty="0" sz="950" spc="25">
                <a:solidFill>
                  <a:srgbClr val="AAAAAA"/>
                </a:solidFill>
                <a:latin typeface="Calibri"/>
                <a:cs typeface="Calibri"/>
              </a:rPr>
              <a:t>@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S</a:t>
            </a:r>
            <a:r>
              <a:rPr dirty="0" sz="950" spc="-40">
                <a:solidFill>
                  <a:srgbClr val="AAAAAA"/>
                </a:solidFill>
                <a:latin typeface="Calibri"/>
                <a:cs typeface="Calibri"/>
              </a:rPr>
              <a:t>I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H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5">
                <a:solidFill>
                  <a:srgbClr val="AAAAAA"/>
                </a:solidFill>
                <a:latin typeface="Calibri"/>
                <a:cs typeface="Calibri"/>
              </a:rPr>
              <a:t>Idea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submission-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AAAAA"/>
                </a:solidFill>
                <a:latin typeface="Calibri"/>
                <a:cs typeface="Calibri"/>
              </a:rPr>
              <a:t>Template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54"/>
            <a:ext cx="9525000" cy="5358130"/>
            <a:chOff x="0" y="254"/>
            <a:chExt cx="9525000" cy="53581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3" y="254"/>
              <a:ext cx="9506586" cy="9525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" y="95248"/>
              <a:ext cx="9511230" cy="5263082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882" y="1235711"/>
            <a:ext cx="3347478" cy="362204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219076"/>
            <a:ext cx="9525000" cy="5133975"/>
            <a:chOff x="0" y="219076"/>
            <a:chExt cx="9525000" cy="513397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8839" y="4382558"/>
              <a:ext cx="5396090" cy="47519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219076"/>
              <a:ext cx="9525000" cy="5133975"/>
            </a:xfrm>
            <a:custGeom>
              <a:avLst/>
              <a:gdLst/>
              <a:ahLst/>
              <a:cxnLst/>
              <a:rect l="l" t="t" r="r" b="b"/>
              <a:pathLst>
                <a:path w="9525000" h="5133975">
                  <a:moveTo>
                    <a:pt x="9525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525000" y="513397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7532" y="1724025"/>
              <a:ext cx="359410" cy="9525"/>
            </a:xfrm>
            <a:custGeom>
              <a:avLst/>
              <a:gdLst/>
              <a:ahLst/>
              <a:cxnLst/>
              <a:rect l="l" t="t" r="r" b="b"/>
              <a:pathLst>
                <a:path w="359410" h="9525">
                  <a:moveTo>
                    <a:pt x="359092" y="0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2900" y="9525"/>
                  </a:lnTo>
                  <a:lnTo>
                    <a:pt x="359092" y="9525"/>
                  </a:lnTo>
                  <a:lnTo>
                    <a:pt x="359092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76238"/>
                  </a:lnTo>
                  <a:lnTo>
                    <a:pt x="0" y="380658"/>
                  </a:lnTo>
                  <a:lnTo>
                    <a:pt x="28917" y="409576"/>
                  </a:lnTo>
                  <a:lnTo>
                    <a:pt x="7333907" y="409576"/>
                  </a:lnTo>
                  <a:lnTo>
                    <a:pt x="7362825" y="380658"/>
                  </a:lnTo>
                  <a:lnTo>
                    <a:pt x="7362825" y="28917"/>
                  </a:lnTo>
                  <a:lnTo>
                    <a:pt x="7338161" y="83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8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34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38"/>
                  </a:lnTo>
                  <a:lnTo>
                    <a:pt x="7342238" y="2540"/>
                  </a:lnTo>
                  <a:lnTo>
                    <a:pt x="7346327" y="4229"/>
                  </a:lnTo>
                  <a:lnTo>
                    <a:pt x="7349934" y="6642"/>
                  </a:lnTo>
                  <a:lnTo>
                    <a:pt x="7353058" y="9766"/>
                  </a:lnTo>
                  <a:lnTo>
                    <a:pt x="7356183" y="12890"/>
                  </a:lnTo>
                  <a:lnTo>
                    <a:pt x="7358596" y="16497"/>
                  </a:lnTo>
                  <a:lnTo>
                    <a:pt x="7360285" y="20574"/>
                  </a:lnTo>
                  <a:lnTo>
                    <a:pt x="7361974" y="24663"/>
                  </a:lnTo>
                  <a:lnTo>
                    <a:pt x="7362825" y="28917"/>
                  </a:lnTo>
                  <a:lnTo>
                    <a:pt x="7362825" y="33337"/>
                  </a:lnTo>
                  <a:lnTo>
                    <a:pt x="7362825" y="376238"/>
                  </a:lnTo>
                  <a:lnTo>
                    <a:pt x="7362825" y="380658"/>
                  </a:lnTo>
                  <a:lnTo>
                    <a:pt x="7361974" y="384910"/>
                  </a:lnTo>
                  <a:lnTo>
                    <a:pt x="7360285" y="388993"/>
                  </a:lnTo>
                  <a:lnTo>
                    <a:pt x="7358596" y="393080"/>
                  </a:lnTo>
                  <a:lnTo>
                    <a:pt x="7342238" y="407036"/>
                  </a:lnTo>
                  <a:lnTo>
                    <a:pt x="7338161" y="408727"/>
                  </a:lnTo>
                  <a:lnTo>
                    <a:pt x="7333907" y="409576"/>
                  </a:lnTo>
                  <a:lnTo>
                    <a:pt x="7329487" y="409576"/>
                  </a:lnTo>
                  <a:lnTo>
                    <a:pt x="33337" y="409576"/>
                  </a:lnTo>
                  <a:lnTo>
                    <a:pt x="28917" y="409576"/>
                  </a:lnTo>
                  <a:lnTo>
                    <a:pt x="24665" y="408727"/>
                  </a:lnTo>
                  <a:lnTo>
                    <a:pt x="0" y="380658"/>
                  </a:lnTo>
                  <a:lnTo>
                    <a:pt x="0" y="376238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5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49934" y="6637"/>
                  </a:lnTo>
                  <a:lnTo>
                    <a:pt x="7353058" y="9762"/>
                  </a:lnTo>
                  <a:lnTo>
                    <a:pt x="7356183" y="12887"/>
                  </a:lnTo>
                  <a:lnTo>
                    <a:pt x="7358596" y="16494"/>
                  </a:lnTo>
                  <a:lnTo>
                    <a:pt x="7360285" y="20577"/>
                  </a:lnTo>
                  <a:lnTo>
                    <a:pt x="7361974" y="24665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140047" y="3951149"/>
            <a:ext cx="1244600" cy="652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Sa</a:t>
            </a:r>
            <a:r>
              <a:rPr dirty="0" sz="1100" spc="160">
                <a:solidFill>
                  <a:srgbClr val="AAAAA9"/>
                </a:solidFill>
                <a:latin typeface="Arial"/>
                <a:cs typeface="Arial"/>
              </a:rPr>
              <a:t>v</a:t>
            </a: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900" spc="-50">
                <a:solidFill>
                  <a:srgbClr val="AAAAA9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pr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efe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n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165">
                <a:solidFill>
                  <a:srgbClr val="AAAAA9"/>
                </a:solidFill>
                <a:latin typeface="Lucida Sans Unicode"/>
                <a:cs typeface="Lucida Sans Unicode"/>
              </a:rPr>
              <a:t>Acce</a:t>
            </a:r>
            <a:r>
              <a:rPr dirty="0" sz="1100" spc="165">
                <a:solidFill>
                  <a:srgbClr val="AAAAA9"/>
                </a:solidFill>
                <a:latin typeface="Arial"/>
                <a:cs typeface="Arial"/>
              </a:rPr>
              <a:t>pt</a:t>
            </a:r>
            <a:r>
              <a:rPr dirty="0" sz="1100" spc="-90">
                <a:solidFill>
                  <a:srgbClr val="AAAAA9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AAAAA9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70">
                <a:solidFill>
                  <a:srgbClr val="AAAAA9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52400" y="2305050"/>
            <a:ext cx="8296275" cy="2876550"/>
            <a:chOff x="152400" y="2305050"/>
            <a:chExt cx="8296275" cy="2876550"/>
          </a:xfrm>
        </p:grpSpPr>
        <p:sp>
          <p:nvSpPr>
            <p:cNvPr id="16" name="object 16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5"/>
                  </a:lnTo>
                  <a:lnTo>
                    <a:pt x="7353058" y="399811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11"/>
                  </a:lnTo>
                  <a:lnTo>
                    <a:pt x="6638" y="396685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2400" y="23050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449" y="2324100"/>
              <a:ext cx="171450" cy="1714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2400" y="26670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449" y="2686050"/>
              <a:ext cx="171450" cy="17145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52400" y="30289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1" y="209549"/>
                  </a:lnTo>
                  <a:lnTo>
                    <a:pt x="314328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449" y="3048000"/>
              <a:ext cx="171450" cy="17145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39700" y="322816"/>
            <a:ext cx="882205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4100"/>
              </a:lnSpc>
              <a:spcBef>
                <a:spcPts val="90"/>
              </a:spcBef>
            </a:pP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21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purpos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/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die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2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rv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3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lopm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1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2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eci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olo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6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225">
                <a:solidFill>
                  <a:srgbClr val="282828"/>
                </a:solidFill>
                <a:latin typeface="Georgia"/>
                <a:cs typeface="Georgia"/>
              </a:rPr>
              <a:t> 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 marR="165100">
              <a:lnSpc>
                <a:spcPct val="1641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0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IP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2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 spc="1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egi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efe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k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nk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;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qu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750" spc="5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not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ee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pt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defa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ult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los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only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6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7"/>
              </a:rPr>
              <a:t>P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7"/>
              </a:rPr>
              <a:t>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7"/>
              </a:rPr>
              <a:t>i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7"/>
              </a:rPr>
              <a:t>v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7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  <a:hlinkClick r:id="rId7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  <a:hlinkClick r:id="rId7"/>
              </a:rPr>
              <a:t> 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7"/>
              </a:rPr>
              <a:t>P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7"/>
              </a:rPr>
              <a:t>ol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7"/>
              </a:rPr>
              <a:t>ic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7"/>
              </a:rPr>
              <a:t>y</a:t>
            </a:r>
            <a:endParaRPr sz="800">
              <a:latin typeface="Georgia"/>
              <a:cs typeface="Georgia"/>
            </a:endParaRPr>
          </a:p>
          <a:p>
            <a:pPr marL="12700" marR="7738109">
              <a:lnSpc>
                <a:spcPct val="140600"/>
              </a:lnSpc>
            </a:pP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S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tor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229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efe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n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ce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Thi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d</a:t>
            </a:r>
            <a:r>
              <a:rPr dirty="0" u="sng" sz="800" spc="-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Pa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rt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ie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47434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tor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age</a:t>
            </a:r>
            <a:endParaRPr sz="800">
              <a:latin typeface="Lucida Sans Unicode"/>
              <a:cs typeface="Lucida Sans Unicode"/>
            </a:endParaRPr>
          </a:p>
          <a:p>
            <a:pPr marL="474345" marR="7282180">
              <a:lnSpc>
                <a:spcPct val="2969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g Pe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lyt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2400" y="404812"/>
            <a:ext cx="9187180" cy="3195955"/>
            <a:chOff x="152400" y="404812"/>
            <a:chExt cx="9187180" cy="3195955"/>
          </a:xfrm>
        </p:grpSpPr>
        <p:sp>
          <p:nvSpPr>
            <p:cNvPr id="26" name="object 26" descr=""/>
            <p:cNvSpPr/>
            <p:nvPr/>
          </p:nvSpPr>
          <p:spPr>
            <a:xfrm>
              <a:off x="152400" y="33909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2" y="209549"/>
                  </a:lnTo>
                  <a:lnTo>
                    <a:pt x="314327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449" y="3409950"/>
              <a:ext cx="171450" cy="17145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562863" y="400749"/>
            <a:ext cx="8438515" cy="487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2310"/>
              </a:lnSpc>
            </a:pPr>
            <a:r>
              <a:rPr dirty="0" sz="1950" spc="655">
                <a:latin typeface="Times New Roman"/>
                <a:cs typeface="Times New Roman"/>
              </a:rPr>
              <a:t>TECHNICAL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75">
                <a:latin typeface="Times New Roman"/>
                <a:cs typeface="Times New Roman"/>
              </a:rPr>
              <a:t>PP</a:t>
            </a:r>
            <a:r>
              <a:rPr dirty="0" sz="1950" spc="760">
                <a:latin typeface="Times New Roman"/>
                <a:cs typeface="Times New Roman"/>
              </a:rPr>
              <a:t>R</a:t>
            </a:r>
            <a:r>
              <a:rPr dirty="0" sz="1950" spc="740">
                <a:latin typeface="Times New Roman"/>
                <a:cs typeface="Times New Roman"/>
              </a:rPr>
              <a:t>O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-32600">
                <a:latin typeface="Times New Roman"/>
                <a:cs typeface="Times New Roman"/>
              </a:rPr>
              <a:t>H</a:t>
            </a:r>
            <a:r>
              <a:rPr dirty="0" sz="1950" spc="775">
                <a:latin typeface="Times New Roman"/>
                <a:cs typeface="Times New Roman"/>
              </a:rPr>
              <a:t>TE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740">
                <a:latin typeface="Times New Roman"/>
                <a:cs typeface="Times New Roman"/>
              </a:rPr>
              <a:t>H</a:t>
            </a:r>
            <a:r>
              <a:rPr dirty="0" sz="1950" spc="595">
                <a:latin typeface="Times New Roman"/>
                <a:cs typeface="Times New Roman"/>
              </a:rPr>
              <a:t>N</a:t>
            </a:r>
            <a:r>
              <a:rPr dirty="0" sz="1950" spc="825">
                <a:latin typeface="Times New Roman"/>
                <a:cs typeface="Times New Roman"/>
              </a:rPr>
              <a:t>I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85">
                <a:latin typeface="Times New Roman"/>
                <a:cs typeface="Times New Roman"/>
              </a:rPr>
              <a:t>L</a:t>
            </a:r>
            <a:r>
              <a:rPr dirty="0" sz="1950">
                <a:latin typeface="Times New Roman"/>
                <a:cs typeface="Times New Roman"/>
              </a:rPr>
              <a:t> 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10">
                <a:latin typeface="Times New Roman"/>
                <a:cs typeface="Times New Roman"/>
              </a:rPr>
              <a:t>PP</a:t>
            </a:r>
            <a:r>
              <a:rPr dirty="0" sz="1950" spc="395">
                <a:latin typeface="Times New Roman"/>
                <a:cs typeface="Times New Roman"/>
              </a:rPr>
              <a:t>R</a:t>
            </a:r>
            <a:r>
              <a:rPr dirty="0" sz="1950" spc="415">
                <a:latin typeface="Times New Roman"/>
                <a:cs typeface="Times New Roman"/>
              </a:rPr>
              <a:t>O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95">
                <a:latin typeface="Times New Roman"/>
                <a:cs typeface="Times New Roman"/>
              </a:rPr>
              <a:t>C</a:t>
            </a:r>
            <a:r>
              <a:rPr dirty="0" sz="1950" spc="-48960">
                <a:latin typeface="Times New Roman"/>
                <a:cs typeface="Times New Roman"/>
              </a:rPr>
              <a:t>H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10125">
                <a:latin typeface="Arial"/>
                <a:cs typeface="Arial"/>
              </a:rPr>
              <a:t>X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517">
                <a:latin typeface="Arial"/>
                <a:cs typeface="Arial"/>
              </a:rPr>
              <a:t>X</a:t>
            </a:r>
            <a:endParaRPr baseline="-13888"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 marL="3801110">
              <a:lnSpc>
                <a:spcPts val="1250"/>
              </a:lnSpc>
              <a:spcBef>
                <a:spcPts val="1555"/>
              </a:spcBef>
            </a:pPr>
            <a:r>
              <a:rPr dirty="0" sz="1100">
                <a:latin typeface="Tahoma"/>
                <a:cs typeface="Tahoma"/>
              </a:rPr>
              <a:t>PROCESS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FLOW </a:t>
            </a:r>
            <a:r>
              <a:rPr dirty="0" sz="1100" spc="90">
                <a:latin typeface="Tahoma"/>
                <a:cs typeface="Tahoma"/>
              </a:rPr>
              <a:t>A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25">
                <a:latin typeface="Tahoma"/>
                <a:cs typeface="Tahoma"/>
              </a:rPr>
              <a:t>H</a:t>
            </a:r>
            <a:r>
              <a:rPr dirty="0" sz="1100" spc="-85">
                <a:latin typeface="Tahoma"/>
                <a:cs typeface="Tahoma"/>
              </a:rPr>
              <a:t>I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-15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80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6100">
                <a:latin typeface="Tahoma"/>
                <a:cs typeface="Tahoma"/>
              </a:rPr>
              <a:t>E</a:t>
            </a:r>
            <a:r>
              <a:rPr dirty="0" sz="1100" spc="45">
                <a:solidFill>
                  <a:srgbClr val="2B4669"/>
                </a:solidFill>
                <a:latin typeface="Tahoma"/>
                <a:cs typeface="Tahoma"/>
              </a:rPr>
              <a:t>P</a:t>
            </a:r>
            <a:r>
              <a:rPr dirty="0" sz="1100" spc="5">
                <a:solidFill>
                  <a:srgbClr val="2B4669"/>
                </a:solidFill>
                <a:latin typeface="Tahoma"/>
                <a:cs typeface="Tahoma"/>
              </a:rPr>
              <a:t>R</a:t>
            </a:r>
            <a:r>
              <a:rPr dirty="0" sz="1100" spc="50">
                <a:solidFill>
                  <a:srgbClr val="2B4669"/>
                </a:solidFill>
                <a:latin typeface="Tahoma"/>
                <a:cs typeface="Tahoma"/>
              </a:rPr>
              <a:t>O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C</a:t>
            </a:r>
            <a:r>
              <a:rPr dirty="0" sz="1100" spc="-15">
                <a:solidFill>
                  <a:srgbClr val="2B4669"/>
                </a:solidFill>
                <a:latin typeface="Tahoma"/>
                <a:cs typeface="Tahoma"/>
              </a:rPr>
              <a:t>E</a:t>
            </a:r>
            <a:r>
              <a:rPr dirty="0" sz="1100" spc="-30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-35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1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B4669"/>
                </a:solidFill>
                <a:latin typeface="Tahoma"/>
                <a:cs typeface="Tahoma"/>
              </a:rPr>
              <a:t>FLOW</a:t>
            </a:r>
            <a:r>
              <a:rPr dirty="0" sz="1100" spc="-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ts val="1250"/>
              </a:lnSpc>
            </a:pPr>
            <a:r>
              <a:rPr dirty="0" sz="1100" spc="50">
                <a:latin typeface="Tahoma"/>
                <a:cs typeface="Tahoma"/>
              </a:rPr>
              <a:t>Algorithm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40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2855">
                <a:latin typeface="Tahoma"/>
                <a:cs typeface="Tahoma"/>
              </a:rPr>
              <a:t>:</a:t>
            </a:r>
            <a:r>
              <a:rPr dirty="0" sz="1100" spc="75">
                <a:latin typeface="Tahoma"/>
                <a:cs typeface="Tahoma"/>
              </a:rPr>
              <a:t>A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-30">
                <a:latin typeface="Tahoma"/>
                <a:cs typeface="Tahoma"/>
              </a:rPr>
              <a:t>g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60">
                <a:latin typeface="Tahoma"/>
                <a:cs typeface="Tahoma"/>
              </a:rPr>
              <a:t>r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h</a:t>
            </a:r>
            <a:r>
              <a:rPr dirty="0" sz="1100" spc="45">
                <a:latin typeface="Tahoma"/>
                <a:cs typeface="Tahoma"/>
              </a:rPr>
              <a:t>m</a:t>
            </a:r>
            <a:r>
              <a:rPr dirty="0" sz="1100" spc="-10">
                <a:latin typeface="Tahoma"/>
                <a:cs typeface="Tahoma"/>
              </a:rPr>
              <a:t> Development:</a:t>
            </a:r>
            <a:endParaRPr sz="1100">
              <a:latin typeface="Tahoma"/>
              <a:cs typeface="Tahoma"/>
            </a:endParaRPr>
          </a:p>
          <a:p>
            <a:pPr marR="5569585">
              <a:lnSpc>
                <a:spcPts val="1510"/>
              </a:lnSpc>
              <a:spcBef>
                <a:spcPts val="65"/>
              </a:spcBef>
            </a:pPr>
            <a:r>
              <a:rPr dirty="0" sz="1050">
                <a:latin typeface="Arial"/>
                <a:cs typeface="Arial"/>
              </a:rPr>
              <a:t>Next.js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Core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technol</a:t>
            </a:r>
            <a:r>
              <a:rPr dirty="0" sz="1050" spc="35">
                <a:latin typeface="Arial"/>
                <a:cs typeface="Arial"/>
                <a:hlinkClick r:id="rId7"/>
              </a:rPr>
              <a:t>ogies</a:t>
            </a:r>
            <a:r>
              <a:rPr dirty="0" sz="1050" spc="400">
                <a:latin typeface="Arial"/>
                <a:cs typeface="Arial"/>
                <a:hlinkClick r:id="rId7"/>
              </a:rPr>
              <a:t> </a:t>
            </a:r>
            <a:r>
              <a:rPr dirty="0" sz="1050" spc="-200">
                <a:latin typeface="Arial"/>
                <a:cs typeface="Arial"/>
                <a:hlinkClick r:id="rId7"/>
              </a:rPr>
              <a:t>u</a:t>
            </a:r>
            <a:r>
              <a:rPr dirty="0" sz="1050" spc="-315">
                <a:latin typeface="Arial"/>
                <a:cs typeface="Arial"/>
                <a:hlinkClick r:id="rId7"/>
              </a:rPr>
              <a:t>s</a:t>
            </a:r>
            <a:r>
              <a:rPr dirty="0" sz="1050" spc="-235">
                <a:latin typeface="Arial"/>
                <a:cs typeface="Arial"/>
                <a:hlinkClick r:id="rId7"/>
              </a:rPr>
              <a:t>e</a:t>
            </a:r>
            <a:r>
              <a:rPr dirty="0" sz="1050" spc="-22735">
                <a:latin typeface="Arial"/>
                <a:cs typeface="Arial"/>
                <a:hlinkClick r:id="rId7"/>
              </a:rPr>
              <a:t>d</a:t>
            </a:r>
            <a:r>
              <a:rPr dirty="0" sz="1050" spc="-240">
                <a:latin typeface="Arial"/>
                <a:cs typeface="Arial"/>
              </a:rPr>
              <a:t>Ne</a:t>
            </a:r>
            <a:r>
              <a:rPr dirty="0" sz="1050" spc="-250">
                <a:latin typeface="Arial"/>
                <a:cs typeface="Arial"/>
              </a:rPr>
              <a:t>x</a:t>
            </a:r>
            <a:r>
              <a:rPr dirty="0" sz="1050" spc="-125">
                <a:latin typeface="Arial"/>
                <a:cs typeface="Arial"/>
              </a:rPr>
              <a:t>t</a:t>
            </a:r>
            <a:r>
              <a:rPr dirty="0" sz="1050" spc="-225">
                <a:latin typeface="Arial"/>
                <a:cs typeface="Arial"/>
              </a:rPr>
              <a:t>.</a:t>
            </a:r>
            <a:r>
              <a:rPr dirty="0" sz="1050" spc="-180">
                <a:latin typeface="Arial"/>
                <a:cs typeface="Arial"/>
              </a:rPr>
              <a:t>j</a:t>
            </a:r>
            <a:r>
              <a:rPr dirty="0" sz="1050" spc="-305">
                <a:latin typeface="Arial"/>
                <a:cs typeface="Arial"/>
              </a:rPr>
              <a:t>s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 Core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technol</a:t>
            </a:r>
            <a:r>
              <a:rPr dirty="0" sz="1050" spc="45">
                <a:latin typeface="Arial"/>
                <a:cs typeface="Arial"/>
                <a:hlinkClick r:id="rId7"/>
              </a:rPr>
              <a:t>ogies</a:t>
            </a:r>
            <a:r>
              <a:rPr dirty="0" sz="1050" spc="-5">
                <a:latin typeface="Arial"/>
                <a:cs typeface="Arial"/>
                <a:hlinkClick r:id="rId7"/>
              </a:rPr>
              <a:t> </a:t>
            </a:r>
            <a:r>
              <a:rPr dirty="0" sz="1050" spc="-20">
                <a:latin typeface="Arial"/>
                <a:cs typeface="Arial"/>
                <a:hlinkClick r:id="rId7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65">
                <a:latin typeface="Arial"/>
                <a:cs typeface="Arial"/>
              </a:rPr>
              <a:t>A</a:t>
            </a:r>
            <a:r>
              <a:rPr dirty="0" sz="1050" spc="17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g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85">
                <a:latin typeface="Arial"/>
                <a:cs typeface="Arial"/>
              </a:rPr>
              <a:t>r</a:t>
            </a:r>
            <a:r>
              <a:rPr dirty="0" sz="1050" spc="175">
                <a:latin typeface="Arial"/>
                <a:cs typeface="Arial"/>
              </a:rPr>
              <a:t>i</a:t>
            </a:r>
            <a:r>
              <a:rPr dirty="0" sz="1050" spc="235">
                <a:latin typeface="Arial"/>
                <a:cs typeface="Arial"/>
              </a:rPr>
              <a:t>t</a:t>
            </a:r>
            <a:r>
              <a:rPr dirty="0" sz="1050" spc="140">
                <a:latin typeface="Arial"/>
                <a:cs typeface="Arial"/>
              </a:rPr>
              <a:t>h</a:t>
            </a:r>
            <a:r>
              <a:rPr dirty="0" sz="1050" spc="130">
                <a:latin typeface="Arial"/>
                <a:cs typeface="Arial"/>
              </a:rPr>
              <a:t>m</a:t>
            </a:r>
            <a:r>
              <a:rPr dirty="0" sz="1050" spc="-17225">
                <a:latin typeface="Arial"/>
                <a:cs typeface="Arial"/>
              </a:rPr>
              <a:t>.</a:t>
            </a:r>
            <a:r>
              <a:rPr dirty="0" sz="1050" spc="204">
                <a:latin typeface="Arial"/>
                <a:cs typeface="Arial"/>
              </a:rPr>
              <a:t>f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90">
                <a:latin typeface="Arial"/>
                <a:cs typeface="Arial"/>
              </a:rPr>
              <a:t>r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Algorithm.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 spc="80">
                <a:latin typeface="Tahoma"/>
                <a:cs typeface="Tahoma"/>
              </a:rPr>
              <a:t>Mobile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5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35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7510">
                <a:latin typeface="Tahoma"/>
                <a:cs typeface="Tahoma"/>
              </a:rPr>
              <a:t>:</a:t>
            </a:r>
            <a:r>
              <a:rPr dirty="0" sz="1100" spc="200">
                <a:latin typeface="Tahoma"/>
                <a:cs typeface="Tahoma"/>
              </a:rPr>
              <a:t>M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b</a:t>
            </a:r>
            <a:r>
              <a:rPr dirty="0" sz="1100" spc="75">
                <a:latin typeface="Tahoma"/>
                <a:cs typeface="Tahoma"/>
              </a:rPr>
              <a:t>il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Development: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ahoma"/>
              <a:cs typeface="Tahoma"/>
            </a:endParaRPr>
          </a:p>
          <a:p>
            <a:pPr marR="5633720">
              <a:lnSpc>
                <a:spcPct val="69900"/>
              </a:lnSpc>
              <a:spcBef>
                <a:spcPts val="5"/>
              </a:spcBef>
            </a:pPr>
            <a:r>
              <a:rPr dirty="0" sz="1050" spc="60">
                <a:latin typeface="Arial"/>
                <a:cs typeface="Arial"/>
              </a:rPr>
              <a:t>Flutter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bu</a:t>
            </a:r>
            <a:r>
              <a:rPr dirty="0" sz="1050" spc="80">
                <a:latin typeface="Arial"/>
                <a:cs typeface="Arial"/>
              </a:rPr>
              <a:t>il</a:t>
            </a:r>
            <a:r>
              <a:rPr dirty="0" sz="1050" spc="45">
                <a:latin typeface="Arial"/>
                <a:cs typeface="Arial"/>
              </a:rPr>
              <a:t>d</a:t>
            </a:r>
            <a:r>
              <a:rPr dirty="0" sz="1050" spc="80">
                <a:latin typeface="Arial"/>
                <a:cs typeface="Arial"/>
              </a:rPr>
              <a:t>i</a:t>
            </a:r>
            <a:r>
              <a:rPr dirty="0" sz="1050" spc="45">
                <a:latin typeface="Arial"/>
                <a:cs typeface="Arial"/>
              </a:rPr>
              <a:t>n</a:t>
            </a:r>
            <a:r>
              <a:rPr dirty="0" sz="1050" spc="-18825">
                <a:latin typeface="Arial"/>
                <a:cs typeface="Arial"/>
              </a:rPr>
              <a:t>g</a:t>
            </a:r>
            <a:r>
              <a:rPr dirty="0" sz="1050" spc="-110">
                <a:latin typeface="Arial"/>
                <a:cs typeface="Arial"/>
              </a:rPr>
              <a:t>F</a:t>
            </a:r>
            <a:r>
              <a:rPr dirty="0" sz="1050" spc="80">
                <a:latin typeface="Arial"/>
                <a:cs typeface="Arial"/>
              </a:rPr>
              <a:t>l</a:t>
            </a:r>
            <a:r>
              <a:rPr dirty="0" sz="1050" spc="45">
                <a:latin typeface="Arial"/>
                <a:cs typeface="Arial"/>
              </a:rPr>
              <a:t>u</a:t>
            </a:r>
            <a:r>
              <a:rPr dirty="0" sz="1050" spc="140">
                <a:latin typeface="Arial"/>
                <a:cs typeface="Arial"/>
              </a:rPr>
              <a:t>tt</a:t>
            </a:r>
            <a:r>
              <a:rPr dirty="0" sz="1050" spc="5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-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building</a:t>
            </a:r>
            <a:r>
              <a:rPr dirty="0" sz="1050" spc="95">
                <a:latin typeface="Arial"/>
                <a:cs typeface="Arial"/>
              </a:rPr>
              <a:t> 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 spc="-1705">
                <a:latin typeface="Arial"/>
                <a:cs typeface="Arial"/>
              </a:rPr>
              <a:t>e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mobile </a:t>
            </a:r>
            <a:r>
              <a:rPr dirty="0" sz="1050" spc="50">
                <a:latin typeface="Arial"/>
                <a:cs typeface="Arial"/>
              </a:rPr>
              <a:t>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130">
                <a:latin typeface="Arial"/>
                <a:cs typeface="Arial"/>
              </a:rPr>
              <a:t>p</a:t>
            </a:r>
            <a:r>
              <a:rPr dirty="0" sz="1050" spc="16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a</a:t>
            </a:r>
            <a:r>
              <a:rPr dirty="0" sz="1050" spc="225">
                <a:latin typeface="Arial"/>
                <a:cs typeface="Arial"/>
              </a:rPr>
              <a:t>t</a:t>
            </a:r>
            <a:r>
              <a:rPr dirty="0" sz="1050" spc="195">
                <a:latin typeface="Arial"/>
                <a:cs typeface="Arial"/>
              </a:rPr>
              <a:t>f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75">
                <a:latin typeface="Arial"/>
                <a:cs typeface="Arial"/>
              </a:rPr>
              <a:t>r</a:t>
            </a:r>
            <a:r>
              <a:rPr dirty="0" sz="1050" spc="-21900">
                <a:latin typeface="Arial"/>
                <a:cs typeface="Arial"/>
              </a:rPr>
              <a:t>m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30">
                <a:latin typeface="Arial"/>
                <a:cs typeface="Arial"/>
              </a:rPr>
              <a:t>b</a:t>
            </a:r>
            <a:r>
              <a:rPr dirty="0" sz="1050" spc="165">
                <a:latin typeface="Arial"/>
                <a:cs typeface="Arial"/>
              </a:rPr>
              <a:t>il</a:t>
            </a:r>
            <a:r>
              <a:rPr dirty="0" sz="1050" spc="85">
                <a:latin typeface="Arial"/>
                <a:cs typeface="Arial"/>
              </a:rPr>
              <a:t>e</a:t>
            </a:r>
            <a:r>
              <a:rPr dirty="0" sz="1050" spc="50">
                <a:latin typeface="Arial"/>
                <a:cs typeface="Arial"/>
              </a:rPr>
              <a:t> 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65">
                <a:latin typeface="Arial"/>
                <a:cs typeface="Arial"/>
              </a:rPr>
              <a:t>platform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6670">
                <a:latin typeface="Arial"/>
                <a:cs typeface="Arial"/>
              </a:rPr>
              <a:t>.</a:t>
            </a: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Encryption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0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-12665">
                <a:latin typeface="Tahoma"/>
                <a:cs typeface="Tahoma"/>
              </a:rPr>
              <a:t>:</a:t>
            </a:r>
            <a:r>
              <a:rPr dirty="0" sz="1100" spc="-2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40">
                <a:latin typeface="Tahoma"/>
                <a:cs typeface="Tahoma"/>
              </a:rPr>
              <a:t>n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Security: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Custom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1915">
                <a:latin typeface="Arial"/>
                <a:cs typeface="Arial"/>
              </a:rPr>
              <a:t>8</a:t>
            </a:r>
            <a:r>
              <a:rPr dirty="0" sz="1050" spc="-120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u</a:t>
            </a:r>
            <a:r>
              <a:rPr dirty="0" sz="1050" spc="-45">
                <a:latin typeface="Arial"/>
                <a:cs typeface="Arial"/>
              </a:rPr>
              <a:t>s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R="5587365">
              <a:lnSpc>
                <a:spcPct val="43600"/>
              </a:lnSpc>
              <a:spcBef>
                <a:spcPts val="645"/>
              </a:spcBef>
            </a:pPr>
            <a:r>
              <a:rPr dirty="0" sz="1050">
                <a:latin typeface="Arial"/>
                <a:cs typeface="Arial"/>
              </a:rPr>
              <a:t>layer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secure</a:t>
            </a:r>
            <a:r>
              <a:rPr dirty="0" sz="1050" spc="545">
                <a:latin typeface="Arial"/>
                <a:cs typeface="Arial"/>
              </a:rPr>
              <a:t> </a:t>
            </a:r>
            <a:r>
              <a:rPr dirty="0" sz="1050" spc="-160">
                <a:latin typeface="Arial"/>
                <a:cs typeface="Arial"/>
              </a:rPr>
              <a:t>d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75">
                <a:latin typeface="Arial"/>
                <a:cs typeface="Arial"/>
              </a:rPr>
              <a:t>t</a:t>
            </a:r>
            <a:r>
              <a:rPr dirty="0" sz="1050" spc="-22615">
                <a:latin typeface="Arial"/>
                <a:cs typeface="Arial"/>
              </a:rPr>
              <a:t>a</a:t>
            </a:r>
            <a:r>
              <a:rPr dirty="0" sz="1050" spc="-135">
                <a:latin typeface="Arial"/>
                <a:cs typeface="Arial"/>
              </a:rPr>
              <a:t>l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195">
                <a:latin typeface="Arial"/>
                <a:cs typeface="Arial"/>
              </a:rPr>
              <a:t>y</a:t>
            </a:r>
            <a:r>
              <a:rPr dirty="0" sz="1050" spc="-195">
                <a:latin typeface="Arial"/>
                <a:cs typeface="Arial"/>
              </a:rPr>
              <a:t>e</a:t>
            </a:r>
            <a:r>
              <a:rPr dirty="0" sz="1050" spc="-114">
                <a:latin typeface="Arial"/>
                <a:cs typeface="Arial"/>
              </a:rPr>
              <a:t>r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secure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data </a:t>
            </a:r>
            <a:r>
              <a:rPr dirty="0" sz="1050">
                <a:latin typeface="Arial"/>
                <a:cs typeface="Arial"/>
              </a:rPr>
              <a:t>transmission</a:t>
            </a:r>
            <a:r>
              <a:rPr dirty="0" sz="1050" spc="1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and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-9420">
                <a:latin typeface="Arial"/>
                <a:cs typeface="Arial"/>
              </a:rPr>
              <a:t>a</a:t>
            </a:r>
            <a:r>
              <a:rPr dirty="0" sz="1050" spc="140">
                <a:latin typeface="Arial"/>
                <a:cs typeface="Arial"/>
              </a:rPr>
              <a:t>t</a:t>
            </a:r>
            <a:r>
              <a:rPr dirty="0" sz="1050" spc="90">
                <a:latin typeface="Arial"/>
                <a:cs typeface="Arial"/>
              </a:rPr>
              <a:t>r</a:t>
            </a:r>
            <a:r>
              <a:rPr dirty="0" sz="1050" spc="-10">
                <a:latin typeface="Arial"/>
                <a:cs typeface="Arial"/>
              </a:rPr>
              <a:t>a</a:t>
            </a:r>
            <a:r>
              <a:rPr dirty="0" sz="1050" spc="6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s</a:t>
            </a:r>
            <a:r>
              <a:rPr dirty="0" sz="1050" spc="65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-55">
                <a:latin typeface="Arial"/>
                <a:cs typeface="Arial"/>
              </a:rPr>
              <a:t>ss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6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and </a:t>
            </a:r>
            <a:r>
              <a:rPr dirty="0" sz="1050" spc="114">
                <a:latin typeface="Arial"/>
                <a:cs typeface="Arial"/>
              </a:rPr>
              <a:t>a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-7134">
                <a:latin typeface="Arial"/>
                <a:cs typeface="Arial"/>
              </a:rPr>
              <a:t>.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Cloud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55">
                <a:latin typeface="Tahoma"/>
                <a:cs typeface="Tahoma"/>
              </a:rPr>
              <a:t>i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>
                <a:latin typeface="Tahoma"/>
                <a:cs typeface="Tahoma"/>
              </a:rPr>
              <a:t>s</a:t>
            </a:r>
            <a:r>
              <a:rPr dirty="0" sz="1100" spc="-7875">
                <a:latin typeface="Tahoma"/>
                <a:cs typeface="Tahoma"/>
              </a:rPr>
              <a:t>:</a:t>
            </a:r>
            <a:r>
              <a:rPr dirty="0" sz="1100" spc="-20">
                <a:latin typeface="Tahoma"/>
                <a:cs typeface="Tahoma"/>
              </a:rPr>
              <a:t>C</a:t>
            </a:r>
            <a:r>
              <a:rPr dirty="0" sz="1100" spc="55">
                <a:latin typeface="Tahoma"/>
                <a:cs typeface="Tahoma"/>
              </a:rPr>
              <a:t>l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45">
                <a:latin typeface="Tahoma"/>
                <a:cs typeface="Tahoma"/>
              </a:rPr>
              <a:t>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Services: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MySQL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21310">
                <a:latin typeface="Arial"/>
                <a:cs typeface="Arial"/>
              </a:rPr>
              <a:t>t</a:t>
            </a:r>
            <a:r>
              <a:rPr dirty="0" sz="1050" spc="160">
                <a:latin typeface="Arial"/>
                <a:cs typeface="Arial"/>
              </a:rPr>
              <a:t>M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130">
                <a:latin typeface="Arial"/>
                <a:cs typeface="Arial"/>
              </a:rPr>
              <a:t>S</a:t>
            </a:r>
            <a:r>
              <a:rPr dirty="0" sz="1050" spc="5">
                <a:latin typeface="Arial"/>
                <a:cs typeface="Arial"/>
              </a:rPr>
              <a:t>Q</a:t>
            </a:r>
            <a:r>
              <a:rPr dirty="0" sz="1050" spc="-60">
                <a:latin typeface="Arial"/>
                <a:cs typeface="Arial"/>
              </a:rPr>
              <a:t>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management</a:t>
            </a:r>
            <a:endParaRPr sz="1050">
              <a:latin typeface="Arial"/>
              <a:cs typeface="Arial"/>
            </a:endParaRPr>
          </a:p>
          <a:p>
            <a:pPr marL="3716654" marR="344170" indent="-3717290">
              <a:lnSpc>
                <a:spcPts val="1480"/>
              </a:lnSpc>
              <a:spcBef>
                <a:spcPts val="100"/>
              </a:spcBef>
              <a:tabLst>
                <a:tab pos="3716654" algn="l"/>
              </a:tabLst>
            </a:pP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15965">
                <a:latin typeface="Arial"/>
                <a:cs typeface="Arial"/>
              </a:rPr>
              <a:t>s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7940">
                <a:latin typeface="Tahoma"/>
                <a:cs typeface="Tahoma"/>
              </a:rPr>
              <a:t>: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45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a</a:t>
            </a:r>
            <a:r>
              <a:rPr dirty="0" sz="1050" spc="25">
                <a:latin typeface="Arial"/>
                <a:cs typeface="Arial"/>
              </a:rPr>
              <a:t>n</a:t>
            </a:r>
            <a:r>
              <a:rPr dirty="0" sz="1050" spc="2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26135">
                <a:latin typeface="Arial"/>
                <a:cs typeface="Arial"/>
              </a:rPr>
              <a:t>n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557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3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16455">
                <a:latin typeface="Arial"/>
                <a:cs typeface="Arial"/>
              </a:rPr>
              <a:t>e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1090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35"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3505835">
              <a:lnSpc>
                <a:spcPts val="1130"/>
              </a:lnSpc>
            </a:pPr>
            <a:r>
              <a:rPr dirty="0" sz="800" spc="-525">
                <a:latin typeface="Lucida Sans Unicode"/>
                <a:cs typeface="Lucida Sans Unicode"/>
              </a:rPr>
              <a:t>3</a:t>
            </a:r>
            <a:r>
              <a:rPr dirty="0" sz="800" spc="-38875">
                <a:solidFill>
                  <a:srgbClr val="AAAAAA"/>
                </a:solidFill>
                <a:latin typeface="Lucida Sans Unicode"/>
                <a:cs typeface="Lucida Sans Unicode"/>
              </a:rPr>
              <a:t>3</a:t>
            </a:r>
            <a:r>
              <a:rPr dirty="0" sz="950" spc="-5">
                <a:latin typeface="Calibri"/>
                <a:cs typeface="Calibri"/>
              </a:rPr>
              <a:t>@</a:t>
            </a:r>
            <a:r>
              <a:rPr dirty="0" sz="950" spc="-10">
                <a:latin typeface="Calibri"/>
                <a:cs typeface="Calibri"/>
              </a:rPr>
              <a:t>S</a:t>
            </a:r>
            <a:r>
              <a:rPr dirty="0" sz="950" spc="-30">
                <a:latin typeface="Calibri"/>
                <a:cs typeface="Calibri"/>
              </a:rPr>
              <a:t>I</a:t>
            </a:r>
            <a:r>
              <a:rPr dirty="0" sz="950" spc="-75">
                <a:latin typeface="Calibri"/>
                <a:cs typeface="Calibri"/>
              </a:rPr>
              <a:t>H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65">
                <a:latin typeface="Calibri"/>
                <a:cs typeface="Calibri"/>
              </a:rPr>
              <a:t>Idea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60">
                <a:latin typeface="Calibri"/>
                <a:cs typeface="Calibri"/>
              </a:rPr>
              <a:t>submission-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95">
                <a:latin typeface="Calibri"/>
                <a:cs typeface="Calibri"/>
              </a:rPr>
              <a:t>T</a:t>
            </a:r>
            <a:r>
              <a:rPr dirty="0" sz="950" spc="-85">
                <a:latin typeface="Calibri"/>
                <a:cs typeface="Calibri"/>
              </a:rPr>
              <a:t>e</a:t>
            </a:r>
            <a:r>
              <a:rPr dirty="0" sz="950" spc="-110">
                <a:latin typeface="Calibri"/>
                <a:cs typeface="Calibri"/>
              </a:rPr>
              <a:t>m</a:t>
            </a:r>
            <a:r>
              <a:rPr dirty="0" sz="950" spc="-85">
                <a:latin typeface="Calibri"/>
                <a:cs typeface="Calibri"/>
              </a:rPr>
              <a:t>p</a:t>
            </a:r>
            <a:r>
              <a:rPr dirty="0" sz="950" spc="-35">
                <a:latin typeface="Calibri"/>
                <a:cs typeface="Calibri"/>
              </a:rPr>
              <a:t>l</a:t>
            </a:r>
            <a:r>
              <a:rPr dirty="0" sz="950" spc="-85">
                <a:latin typeface="Calibri"/>
                <a:cs typeface="Calibri"/>
              </a:rPr>
              <a:t>a</a:t>
            </a:r>
            <a:r>
              <a:rPr dirty="0" sz="950" spc="-60">
                <a:latin typeface="Calibri"/>
                <a:cs typeface="Calibri"/>
              </a:rPr>
              <a:t>t</a:t>
            </a:r>
            <a:r>
              <a:rPr dirty="0" sz="950" spc="-11275">
                <a:latin typeface="Calibri"/>
                <a:cs typeface="Calibri"/>
              </a:rPr>
              <a:t>e</a:t>
            </a:r>
            <a:r>
              <a:rPr dirty="0" sz="950" spc="25">
                <a:solidFill>
                  <a:srgbClr val="AAAAAA"/>
                </a:solidFill>
                <a:latin typeface="Calibri"/>
                <a:cs typeface="Calibri"/>
              </a:rPr>
              <a:t>@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S</a:t>
            </a:r>
            <a:r>
              <a:rPr dirty="0" sz="950" spc="-40">
                <a:solidFill>
                  <a:srgbClr val="AAAAAA"/>
                </a:solidFill>
                <a:latin typeface="Calibri"/>
                <a:cs typeface="Calibri"/>
              </a:rPr>
              <a:t>I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H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5">
                <a:solidFill>
                  <a:srgbClr val="AAAAAA"/>
                </a:solidFill>
                <a:latin typeface="Calibri"/>
                <a:cs typeface="Calibri"/>
              </a:rPr>
              <a:t>Idea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submission-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AAAAA"/>
                </a:solidFill>
                <a:latin typeface="Calibri"/>
                <a:cs typeface="Calibri"/>
              </a:rPr>
              <a:t>Template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54"/>
            <a:ext cx="9525000" cy="5358130"/>
            <a:chOff x="0" y="254"/>
            <a:chExt cx="9525000" cy="53581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3" y="254"/>
              <a:ext cx="9506586" cy="10541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" y="104773"/>
              <a:ext cx="9511230" cy="5253557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0" y="219076"/>
            <a:ext cx="9525000" cy="5133975"/>
            <a:chOff x="0" y="219076"/>
            <a:chExt cx="9525000" cy="5133975"/>
          </a:xfrm>
        </p:grpSpPr>
        <p:sp>
          <p:nvSpPr>
            <p:cNvPr id="6" name="object 6" descr=""/>
            <p:cNvSpPr/>
            <p:nvPr/>
          </p:nvSpPr>
          <p:spPr>
            <a:xfrm>
              <a:off x="0" y="219076"/>
              <a:ext cx="9525000" cy="5133975"/>
            </a:xfrm>
            <a:custGeom>
              <a:avLst/>
              <a:gdLst/>
              <a:ahLst/>
              <a:cxnLst/>
              <a:rect l="l" t="t" r="r" b="b"/>
              <a:pathLst>
                <a:path w="9525000" h="5133975">
                  <a:moveTo>
                    <a:pt x="9525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525000" y="513397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17532" y="1724025"/>
              <a:ext cx="359410" cy="9525"/>
            </a:xfrm>
            <a:custGeom>
              <a:avLst/>
              <a:gdLst/>
              <a:ahLst/>
              <a:cxnLst/>
              <a:rect l="l" t="t" r="r" b="b"/>
              <a:pathLst>
                <a:path w="359410" h="9525">
                  <a:moveTo>
                    <a:pt x="359092" y="0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2900" y="9525"/>
                  </a:lnTo>
                  <a:lnTo>
                    <a:pt x="359092" y="9525"/>
                  </a:lnTo>
                  <a:lnTo>
                    <a:pt x="359092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76238"/>
                  </a:lnTo>
                  <a:lnTo>
                    <a:pt x="0" y="380658"/>
                  </a:lnTo>
                  <a:lnTo>
                    <a:pt x="28917" y="409576"/>
                  </a:lnTo>
                  <a:lnTo>
                    <a:pt x="7333907" y="409576"/>
                  </a:lnTo>
                  <a:lnTo>
                    <a:pt x="7362825" y="380658"/>
                  </a:lnTo>
                  <a:lnTo>
                    <a:pt x="7362825" y="28917"/>
                  </a:lnTo>
                  <a:lnTo>
                    <a:pt x="7338161" y="83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8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34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38"/>
                  </a:lnTo>
                  <a:lnTo>
                    <a:pt x="7342238" y="2540"/>
                  </a:lnTo>
                  <a:lnTo>
                    <a:pt x="7346327" y="4229"/>
                  </a:lnTo>
                  <a:lnTo>
                    <a:pt x="7349934" y="6642"/>
                  </a:lnTo>
                  <a:lnTo>
                    <a:pt x="7353058" y="9766"/>
                  </a:lnTo>
                  <a:lnTo>
                    <a:pt x="7356183" y="12890"/>
                  </a:lnTo>
                  <a:lnTo>
                    <a:pt x="7358596" y="16497"/>
                  </a:lnTo>
                  <a:lnTo>
                    <a:pt x="7360285" y="20574"/>
                  </a:lnTo>
                  <a:lnTo>
                    <a:pt x="7361974" y="24663"/>
                  </a:lnTo>
                  <a:lnTo>
                    <a:pt x="7362825" y="28917"/>
                  </a:lnTo>
                  <a:lnTo>
                    <a:pt x="7362825" y="33337"/>
                  </a:lnTo>
                  <a:lnTo>
                    <a:pt x="7362825" y="376238"/>
                  </a:lnTo>
                  <a:lnTo>
                    <a:pt x="7362825" y="380658"/>
                  </a:lnTo>
                  <a:lnTo>
                    <a:pt x="7361974" y="384910"/>
                  </a:lnTo>
                  <a:lnTo>
                    <a:pt x="7360285" y="388993"/>
                  </a:lnTo>
                  <a:lnTo>
                    <a:pt x="7358596" y="393080"/>
                  </a:lnTo>
                  <a:lnTo>
                    <a:pt x="7356183" y="396681"/>
                  </a:lnTo>
                  <a:lnTo>
                    <a:pt x="7353058" y="399807"/>
                  </a:lnTo>
                  <a:lnTo>
                    <a:pt x="7349934" y="402937"/>
                  </a:lnTo>
                  <a:lnTo>
                    <a:pt x="7346327" y="405344"/>
                  </a:lnTo>
                  <a:lnTo>
                    <a:pt x="7342238" y="407036"/>
                  </a:lnTo>
                  <a:lnTo>
                    <a:pt x="7338161" y="408727"/>
                  </a:lnTo>
                  <a:lnTo>
                    <a:pt x="7333907" y="409576"/>
                  </a:lnTo>
                  <a:lnTo>
                    <a:pt x="7329487" y="409576"/>
                  </a:lnTo>
                  <a:lnTo>
                    <a:pt x="33337" y="409576"/>
                  </a:lnTo>
                  <a:lnTo>
                    <a:pt x="28917" y="409576"/>
                  </a:lnTo>
                  <a:lnTo>
                    <a:pt x="24665" y="408727"/>
                  </a:lnTo>
                  <a:lnTo>
                    <a:pt x="20577" y="407036"/>
                  </a:lnTo>
                  <a:lnTo>
                    <a:pt x="16494" y="405344"/>
                  </a:lnTo>
                  <a:lnTo>
                    <a:pt x="12887" y="402937"/>
                  </a:lnTo>
                  <a:lnTo>
                    <a:pt x="9763" y="399807"/>
                  </a:lnTo>
                  <a:lnTo>
                    <a:pt x="6638" y="396681"/>
                  </a:lnTo>
                  <a:lnTo>
                    <a:pt x="4231" y="393080"/>
                  </a:lnTo>
                  <a:lnTo>
                    <a:pt x="2534" y="388993"/>
                  </a:lnTo>
                  <a:lnTo>
                    <a:pt x="843" y="384910"/>
                  </a:lnTo>
                  <a:lnTo>
                    <a:pt x="0" y="380658"/>
                  </a:lnTo>
                  <a:lnTo>
                    <a:pt x="0" y="376238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49934" y="6637"/>
                  </a:lnTo>
                  <a:lnTo>
                    <a:pt x="7353058" y="9762"/>
                  </a:lnTo>
                  <a:lnTo>
                    <a:pt x="7356183" y="12887"/>
                  </a:lnTo>
                  <a:lnTo>
                    <a:pt x="7358596" y="16494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140047" y="3951149"/>
            <a:ext cx="1244600" cy="652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Sa</a:t>
            </a:r>
            <a:r>
              <a:rPr dirty="0" sz="1100" spc="160">
                <a:solidFill>
                  <a:srgbClr val="AAAAA9"/>
                </a:solidFill>
                <a:latin typeface="Arial"/>
                <a:cs typeface="Arial"/>
              </a:rPr>
              <a:t>v</a:t>
            </a: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900" spc="-50">
                <a:solidFill>
                  <a:srgbClr val="AAAAA9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pr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efe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n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165">
                <a:solidFill>
                  <a:srgbClr val="AAAAA9"/>
                </a:solidFill>
                <a:latin typeface="Lucida Sans Unicode"/>
                <a:cs typeface="Lucida Sans Unicode"/>
              </a:rPr>
              <a:t>Acce</a:t>
            </a:r>
            <a:r>
              <a:rPr dirty="0" sz="1100" spc="165">
                <a:solidFill>
                  <a:srgbClr val="AAAAA9"/>
                </a:solidFill>
                <a:latin typeface="Arial"/>
                <a:cs typeface="Arial"/>
              </a:rPr>
              <a:t>pt</a:t>
            </a:r>
            <a:r>
              <a:rPr dirty="0" sz="1100" spc="-90">
                <a:solidFill>
                  <a:srgbClr val="AAAAA9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AAAAA9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70">
                <a:solidFill>
                  <a:srgbClr val="AAAAA9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2400" y="2305050"/>
            <a:ext cx="8296275" cy="2876550"/>
            <a:chOff x="152400" y="2305050"/>
            <a:chExt cx="8296275" cy="2876550"/>
          </a:xfrm>
        </p:grpSpPr>
        <p:sp>
          <p:nvSpPr>
            <p:cNvPr id="14" name="object 14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2400" y="23050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324100"/>
              <a:ext cx="171450" cy="17145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2400" y="26670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686050"/>
              <a:ext cx="171450" cy="1714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2400" y="30289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1" y="209549"/>
                  </a:lnTo>
                  <a:lnTo>
                    <a:pt x="314328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3048000"/>
              <a:ext cx="171450" cy="17145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9700" y="322816"/>
            <a:ext cx="882205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4100"/>
              </a:lnSpc>
              <a:spcBef>
                <a:spcPts val="90"/>
              </a:spcBef>
            </a:pP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21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purpos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/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die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2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rv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3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lopm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1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2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eci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olo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6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225">
                <a:solidFill>
                  <a:srgbClr val="282828"/>
                </a:solidFill>
                <a:latin typeface="Georgia"/>
                <a:cs typeface="Georgia"/>
              </a:rPr>
              <a:t> 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 marR="165100">
              <a:lnSpc>
                <a:spcPct val="1641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0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IP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2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 spc="1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egi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efe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k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nk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;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qu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750" spc="5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not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ee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pt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defa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ult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los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only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6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i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v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 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ol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ic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endParaRPr sz="800">
              <a:latin typeface="Georgia"/>
              <a:cs typeface="Georgia"/>
            </a:endParaRPr>
          </a:p>
          <a:p>
            <a:pPr marL="12700" marR="7738109">
              <a:lnSpc>
                <a:spcPct val="140600"/>
              </a:lnSpc>
            </a:pP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S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tor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229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efe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n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ce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Thi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d</a:t>
            </a:r>
            <a:r>
              <a:rPr dirty="0" u="sng" sz="800" spc="-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Pa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rt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ie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47434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tor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age</a:t>
            </a:r>
            <a:endParaRPr sz="800">
              <a:latin typeface="Lucida Sans Unicode"/>
              <a:cs typeface="Lucida Sans Unicode"/>
            </a:endParaRPr>
          </a:p>
          <a:p>
            <a:pPr marL="474345" marR="7282180">
              <a:lnSpc>
                <a:spcPct val="2969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g Pe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lyt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52400" y="404812"/>
            <a:ext cx="9187180" cy="3195955"/>
            <a:chOff x="152400" y="404812"/>
            <a:chExt cx="9187180" cy="3195955"/>
          </a:xfrm>
        </p:grpSpPr>
        <p:sp>
          <p:nvSpPr>
            <p:cNvPr id="24" name="object 24" descr=""/>
            <p:cNvSpPr/>
            <p:nvPr/>
          </p:nvSpPr>
          <p:spPr>
            <a:xfrm>
              <a:off x="152400" y="33909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2" y="209549"/>
                  </a:lnTo>
                  <a:lnTo>
                    <a:pt x="314327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3409950"/>
              <a:ext cx="171450" cy="17145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62863" y="400749"/>
            <a:ext cx="8438515" cy="487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2310"/>
              </a:lnSpc>
            </a:pPr>
            <a:r>
              <a:rPr dirty="0" sz="1950" spc="655">
                <a:latin typeface="Times New Roman"/>
                <a:cs typeface="Times New Roman"/>
              </a:rPr>
              <a:t>TECHNICAL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75">
                <a:latin typeface="Times New Roman"/>
                <a:cs typeface="Times New Roman"/>
              </a:rPr>
              <a:t>PP</a:t>
            </a:r>
            <a:r>
              <a:rPr dirty="0" sz="1950" spc="760">
                <a:latin typeface="Times New Roman"/>
                <a:cs typeface="Times New Roman"/>
              </a:rPr>
              <a:t>R</a:t>
            </a:r>
            <a:r>
              <a:rPr dirty="0" sz="1950" spc="740">
                <a:latin typeface="Times New Roman"/>
                <a:cs typeface="Times New Roman"/>
              </a:rPr>
              <a:t>O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-32600">
                <a:latin typeface="Times New Roman"/>
                <a:cs typeface="Times New Roman"/>
              </a:rPr>
              <a:t>H</a:t>
            </a:r>
            <a:r>
              <a:rPr dirty="0" sz="1950" spc="775">
                <a:latin typeface="Times New Roman"/>
                <a:cs typeface="Times New Roman"/>
              </a:rPr>
              <a:t>TE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740">
                <a:latin typeface="Times New Roman"/>
                <a:cs typeface="Times New Roman"/>
              </a:rPr>
              <a:t>H</a:t>
            </a:r>
            <a:r>
              <a:rPr dirty="0" sz="1950" spc="595">
                <a:latin typeface="Times New Roman"/>
                <a:cs typeface="Times New Roman"/>
              </a:rPr>
              <a:t>N</a:t>
            </a:r>
            <a:r>
              <a:rPr dirty="0" sz="1950" spc="825">
                <a:latin typeface="Times New Roman"/>
                <a:cs typeface="Times New Roman"/>
              </a:rPr>
              <a:t>I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85">
                <a:latin typeface="Times New Roman"/>
                <a:cs typeface="Times New Roman"/>
              </a:rPr>
              <a:t>L</a:t>
            </a:r>
            <a:r>
              <a:rPr dirty="0" sz="1950">
                <a:latin typeface="Times New Roman"/>
                <a:cs typeface="Times New Roman"/>
              </a:rPr>
              <a:t> 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10">
                <a:latin typeface="Times New Roman"/>
                <a:cs typeface="Times New Roman"/>
              </a:rPr>
              <a:t>PP</a:t>
            </a:r>
            <a:r>
              <a:rPr dirty="0" sz="1950" spc="395">
                <a:latin typeface="Times New Roman"/>
                <a:cs typeface="Times New Roman"/>
              </a:rPr>
              <a:t>R</a:t>
            </a:r>
            <a:r>
              <a:rPr dirty="0" sz="1950" spc="415">
                <a:latin typeface="Times New Roman"/>
                <a:cs typeface="Times New Roman"/>
              </a:rPr>
              <a:t>O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95">
                <a:latin typeface="Times New Roman"/>
                <a:cs typeface="Times New Roman"/>
              </a:rPr>
              <a:t>C</a:t>
            </a:r>
            <a:r>
              <a:rPr dirty="0" sz="1950" spc="-48960">
                <a:latin typeface="Times New Roman"/>
                <a:cs typeface="Times New Roman"/>
              </a:rPr>
              <a:t>H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10125">
                <a:latin typeface="Arial"/>
                <a:cs typeface="Arial"/>
              </a:rPr>
              <a:t>X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517">
                <a:latin typeface="Arial"/>
                <a:cs typeface="Arial"/>
              </a:rPr>
              <a:t>X</a:t>
            </a:r>
            <a:endParaRPr baseline="-13888"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 marL="3801110">
              <a:lnSpc>
                <a:spcPts val="1250"/>
              </a:lnSpc>
              <a:spcBef>
                <a:spcPts val="1555"/>
              </a:spcBef>
            </a:pPr>
            <a:r>
              <a:rPr dirty="0" sz="1100">
                <a:latin typeface="Tahoma"/>
                <a:cs typeface="Tahoma"/>
              </a:rPr>
              <a:t>PROCESS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FLOW </a:t>
            </a:r>
            <a:r>
              <a:rPr dirty="0" sz="1100" spc="90">
                <a:latin typeface="Tahoma"/>
                <a:cs typeface="Tahoma"/>
              </a:rPr>
              <a:t>A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25">
                <a:latin typeface="Tahoma"/>
                <a:cs typeface="Tahoma"/>
              </a:rPr>
              <a:t>H</a:t>
            </a:r>
            <a:r>
              <a:rPr dirty="0" sz="1100" spc="-85">
                <a:latin typeface="Tahoma"/>
                <a:cs typeface="Tahoma"/>
              </a:rPr>
              <a:t>I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-15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80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6100">
                <a:latin typeface="Tahoma"/>
                <a:cs typeface="Tahoma"/>
              </a:rPr>
              <a:t>E</a:t>
            </a:r>
            <a:r>
              <a:rPr dirty="0" sz="1100" spc="45">
                <a:solidFill>
                  <a:srgbClr val="2B4669"/>
                </a:solidFill>
                <a:latin typeface="Tahoma"/>
                <a:cs typeface="Tahoma"/>
              </a:rPr>
              <a:t>P</a:t>
            </a:r>
            <a:r>
              <a:rPr dirty="0" sz="1100" spc="5">
                <a:solidFill>
                  <a:srgbClr val="2B4669"/>
                </a:solidFill>
                <a:latin typeface="Tahoma"/>
                <a:cs typeface="Tahoma"/>
              </a:rPr>
              <a:t>R</a:t>
            </a:r>
            <a:r>
              <a:rPr dirty="0" sz="1100" spc="50">
                <a:solidFill>
                  <a:srgbClr val="2B4669"/>
                </a:solidFill>
                <a:latin typeface="Tahoma"/>
                <a:cs typeface="Tahoma"/>
              </a:rPr>
              <a:t>O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C</a:t>
            </a:r>
            <a:r>
              <a:rPr dirty="0" sz="1100" spc="-15">
                <a:solidFill>
                  <a:srgbClr val="2B4669"/>
                </a:solidFill>
                <a:latin typeface="Tahoma"/>
                <a:cs typeface="Tahoma"/>
              </a:rPr>
              <a:t>E</a:t>
            </a:r>
            <a:r>
              <a:rPr dirty="0" sz="1100" spc="-30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-35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1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B4669"/>
                </a:solidFill>
                <a:latin typeface="Tahoma"/>
                <a:cs typeface="Tahoma"/>
              </a:rPr>
              <a:t>FLOW</a:t>
            </a:r>
            <a:r>
              <a:rPr dirty="0" sz="1100" spc="-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ts val="1250"/>
              </a:lnSpc>
            </a:pPr>
            <a:r>
              <a:rPr dirty="0" sz="1100" spc="50">
                <a:latin typeface="Tahoma"/>
                <a:cs typeface="Tahoma"/>
              </a:rPr>
              <a:t>Algorithm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40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2855">
                <a:latin typeface="Tahoma"/>
                <a:cs typeface="Tahoma"/>
              </a:rPr>
              <a:t>:</a:t>
            </a:r>
            <a:r>
              <a:rPr dirty="0" sz="1100" spc="75">
                <a:latin typeface="Tahoma"/>
                <a:cs typeface="Tahoma"/>
              </a:rPr>
              <a:t>A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-30">
                <a:latin typeface="Tahoma"/>
                <a:cs typeface="Tahoma"/>
              </a:rPr>
              <a:t>g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60">
                <a:latin typeface="Tahoma"/>
                <a:cs typeface="Tahoma"/>
              </a:rPr>
              <a:t>r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h</a:t>
            </a:r>
            <a:r>
              <a:rPr dirty="0" sz="1100" spc="45">
                <a:latin typeface="Tahoma"/>
                <a:cs typeface="Tahoma"/>
              </a:rPr>
              <a:t>m</a:t>
            </a:r>
            <a:r>
              <a:rPr dirty="0" sz="1100" spc="-10">
                <a:latin typeface="Tahoma"/>
                <a:cs typeface="Tahoma"/>
              </a:rPr>
              <a:t> Development:</a:t>
            </a:r>
            <a:endParaRPr sz="1100">
              <a:latin typeface="Tahoma"/>
              <a:cs typeface="Tahoma"/>
            </a:endParaRPr>
          </a:p>
          <a:p>
            <a:pPr marR="5569585">
              <a:lnSpc>
                <a:spcPts val="1510"/>
              </a:lnSpc>
              <a:spcBef>
                <a:spcPts val="65"/>
              </a:spcBef>
            </a:pPr>
            <a:r>
              <a:rPr dirty="0" sz="1050">
                <a:latin typeface="Arial"/>
                <a:cs typeface="Arial"/>
              </a:rPr>
              <a:t>Next.js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Core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technol</a:t>
            </a:r>
            <a:r>
              <a:rPr dirty="0" sz="1050" spc="35">
                <a:latin typeface="Arial"/>
                <a:cs typeface="Arial"/>
                <a:hlinkClick r:id="rId5"/>
              </a:rPr>
              <a:t>ogies</a:t>
            </a:r>
            <a:r>
              <a:rPr dirty="0" sz="1050" spc="400">
                <a:latin typeface="Arial"/>
                <a:cs typeface="Arial"/>
                <a:hlinkClick r:id="rId5"/>
              </a:rPr>
              <a:t> </a:t>
            </a:r>
            <a:r>
              <a:rPr dirty="0" sz="1050" spc="-200">
                <a:latin typeface="Arial"/>
                <a:cs typeface="Arial"/>
                <a:hlinkClick r:id="rId5"/>
              </a:rPr>
              <a:t>u</a:t>
            </a:r>
            <a:r>
              <a:rPr dirty="0" sz="1050" spc="-315">
                <a:latin typeface="Arial"/>
                <a:cs typeface="Arial"/>
                <a:hlinkClick r:id="rId5"/>
              </a:rPr>
              <a:t>s</a:t>
            </a:r>
            <a:r>
              <a:rPr dirty="0" sz="1050" spc="-235">
                <a:latin typeface="Arial"/>
                <a:cs typeface="Arial"/>
                <a:hlinkClick r:id="rId5"/>
              </a:rPr>
              <a:t>e</a:t>
            </a:r>
            <a:r>
              <a:rPr dirty="0" sz="1050" spc="-22735">
                <a:latin typeface="Arial"/>
                <a:cs typeface="Arial"/>
                <a:hlinkClick r:id="rId5"/>
              </a:rPr>
              <a:t>d</a:t>
            </a:r>
            <a:r>
              <a:rPr dirty="0" sz="1050" spc="-240">
                <a:latin typeface="Arial"/>
                <a:cs typeface="Arial"/>
              </a:rPr>
              <a:t>Ne</a:t>
            </a:r>
            <a:r>
              <a:rPr dirty="0" sz="1050" spc="-250">
                <a:latin typeface="Arial"/>
                <a:cs typeface="Arial"/>
              </a:rPr>
              <a:t>x</a:t>
            </a:r>
            <a:r>
              <a:rPr dirty="0" sz="1050" spc="-125">
                <a:latin typeface="Arial"/>
                <a:cs typeface="Arial"/>
              </a:rPr>
              <a:t>t</a:t>
            </a:r>
            <a:r>
              <a:rPr dirty="0" sz="1050" spc="-225">
                <a:latin typeface="Arial"/>
                <a:cs typeface="Arial"/>
              </a:rPr>
              <a:t>.</a:t>
            </a:r>
            <a:r>
              <a:rPr dirty="0" sz="1050" spc="-180">
                <a:latin typeface="Arial"/>
                <a:cs typeface="Arial"/>
              </a:rPr>
              <a:t>j</a:t>
            </a:r>
            <a:r>
              <a:rPr dirty="0" sz="1050" spc="-305">
                <a:latin typeface="Arial"/>
                <a:cs typeface="Arial"/>
              </a:rPr>
              <a:t>s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 Core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technol</a:t>
            </a:r>
            <a:r>
              <a:rPr dirty="0" sz="1050" spc="45">
                <a:latin typeface="Arial"/>
                <a:cs typeface="Arial"/>
                <a:hlinkClick r:id="rId5"/>
              </a:rPr>
              <a:t>ogies</a:t>
            </a:r>
            <a:r>
              <a:rPr dirty="0" sz="1050" spc="-5">
                <a:latin typeface="Arial"/>
                <a:cs typeface="Arial"/>
                <a:hlinkClick r:id="rId5"/>
              </a:rPr>
              <a:t> </a:t>
            </a:r>
            <a:r>
              <a:rPr dirty="0" sz="1050" spc="-20">
                <a:latin typeface="Arial"/>
                <a:cs typeface="Arial"/>
                <a:hlinkClick r:id="rId5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65">
                <a:latin typeface="Arial"/>
                <a:cs typeface="Arial"/>
              </a:rPr>
              <a:t>A</a:t>
            </a:r>
            <a:r>
              <a:rPr dirty="0" sz="1050" spc="17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g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85">
                <a:latin typeface="Arial"/>
                <a:cs typeface="Arial"/>
              </a:rPr>
              <a:t>r</a:t>
            </a:r>
            <a:r>
              <a:rPr dirty="0" sz="1050" spc="175">
                <a:latin typeface="Arial"/>
                <a:cs typeface="Arial"/>
              </a:rPr>
              <a:t>i</a:t>
            </a:r>
            <a:r>
              <a:rPr dirty="0" sz="1050" spc="235">
                <a:latin typeface="Arial"/>
                <a:cs typeface="Arial"/>
              </a:rPr>
              <a:t>t</a:t>
            </a:r>
            <a:r>
              <a:rPr dirty="0" sz="1050" spc="140">
                <a:latin typeface="Arial"/>
                <a:cs typeface="Arial"/>
              </a:rPr>
              <a:t>h</a:t>
            </a:r>
            <a:r>
              <a:rPr dirty="0" sz="1050" spc="130">
                <a:latin typeface="Arial"/>
                <a:cs typeface="Arial"/>
              </a:rPr>
              <a:t>m</a:t>
            </a:r>
            <a:r>
              <a:rPr dirty="0" sz="1050" spc="-17225">
                <a:latin typeface="Arial"/>
                <a:cs typeface="Arial"/>
              </a:rPr>
              <a:t>.</a:t>
            </a:r>
            <a:r>
              <a:rPr dirty="0" sz="1050" spc="204">
                <a:latin typeface="Arial"/>
                <a:cs typeface="Arial"/>
              </a:rPr>
              <a:t>f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90">
                <a:latin typeface="Arial"/>
                <a:cs typeface="Arial"/>
              </a:rPr>
              <a:t>r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Algorithm.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 spc="80">
                <a:latin typeface="Tahoma"/>
                <a:cs typeface="Tahoma"/>
              </a:rPr>
              <a:t>Mobile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5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35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7510">
                <a:latin typeface="Tahoma"/>
                <a:cs typeface="Tahoma"/>
              </a:rPr>
              <a:t>:</a:t>
            </a:r>
            <a:r>
              <a:rPr dirty="0" sz="1100" spc="200">
                <a:latin typeface="Tahoma"/>
                <a:cs typeface="Tahoma"/>
              </a:rPr>
              <a:t>M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b</a:t>
            </a:r>
            <a:r>
              <a:rPr dirty="0" sz="1100" spc="75">
                <a:latin typeface="Tahoma"/>
                <a:cs typeface="Tahoma"/>
              </a:rPr>
              <a:t>il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Development: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ahoma"/>
              <a:cs typeface="Tahoma"/>
            </a:endParaRPr>
          </a:p>
          <a:p>
            <a:pPr marR="5633720">
              <a:lnSpc>
                <a:spcPct val="69900"/>
              </a:lnSpc>
              <a:spcBef>
                <a:spcPts val="5"/>
              </a:spcBef>
            </a:pPr>
            <a:r>
              <a:rPr dirty="0" sz="1050" spc="60">
                <a:latin typeface="Arial"/>
                <a:cs typeface="Arial"/>
              </a:rPr>
              <a:t>Flutter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bu</a:t>
            </a:r>
            <a:r>
              <a:rPr dirty="0" sz="1050" spc="80">
                <a:latin typeface="Arial"/>
                <a:cs typeface="Arial"/>
              </a:rPr>
              <a:t>il</a:t>
            </a:r>
            <a:r>
              <a:rPr dirty="0" sz="1050" spc="45">
                <a:latin typeface="Arial"/>
                <a:cs typeface="Arial"/>
              </a:rPr>
              <a:t>d</a:t>
            </a:r>
            <a:r>
              <a:rPr dirty="0" sz="1050" spc="80">
                <a:latin typeface="Arial"/>
                <a:cs typeface="Arial"/>
              </a:rPr>
              <a:t>i</a:t>
            </a:r>
            <a:r>
              <a:rPr dirty="0" sz="1050" spc="45">
                <a:latin typeface="Arial"/>
                <a:cs typeface="Arial"/>
              </a:rPr>
              <a:t>n</a:t>
            </a:r>
            <a:r>
              <a:rPr dirty="0" sz="1050" spc="-18825">
                <a:latin typeface="Arial"/>
                <a:cs typeface="Arial"/>
              </a:rPr>
              <a:t>g</a:t>
            </a:r>
            <a:r>
              <a:rPr dirty="0" sz="1050" spc="-110">
                <a:latin typeface="Arial"/>
                <a:cs typeface="Arial"/>
              </a:rPr>
              <a:t>F</a:t>
            </a:r>
            <a:r>
              <a:rPr dirty="0" sz="1050" spc="80">
                <a:latin typeface="Arial"/>
                <a:cs typeface="Arial"/>
              </a:rPr>
              <a:t>l</a:t>
            </a:r>
            <a:r>
              <a:rPr dirty="0" sz="1050" spc="45">
                <a:latin typeface="Arial"/>
                <a:cs typeface="Arial"/>
              </a:rPr>
              <a:t>u</a:t>
            </a:r>
            <a:r>
              <a:rPr dirty="0" sz="1050" spc="140">
                <a:latin typeface="Arial"/>
                <a:cs typeface="Arial"/>
              </a:rPr>
              <a:t>tt</a:t>
            </a:r>
            <a:r>
              <a:rPr dirty="0" sz="1050" spc="5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-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building</a:t>
            </a:r>
            <a:r>
              <a:rPr dirty="0" sz="1050" spc="95">
                <a:latin typeface="Arial"/>
                <a:cs typeface="Arial"/>
              </a:rPr>
              <a:t> 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 spc="-1705">
                <a:latin typeface="Arial"/>
                <a:cs typeface="Arial"/>
              </a:rPr>
              <a:t>e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mobile </a:t>
            </a:r>
            <a:r>
              <a:rPr dirty="0" sz="1050" spc="50">
                <a:latin typeface="Arial"/>
                <a:cs typeface="Arial"/>
              </a:rPr>
              <a:t>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130">
                <a:latin typeface="Arial"/>
                <a:cs typeface="Arial"/>
              </a:rPr>
              <a:t>p</a:t>
            </a:r>
            <a:r>
              <a:rPr dirty="0" sz="1050" spc="16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a</a:t>
            </a:r>
            <a:r>
              <a:rPr dirty="0" sz="1050" spc="225">
                <a:latin typeface="Arial"/>
                <a:cs typeface="Arial"/>
              </a:rPr>
              <a:t>t</a:t>
            </a:r>
            <a:r>
              <a:rPr dirty="0" sz="1050" spc="195">
                <a:latin typeface="Arial"/>
                <a:cs typeface="Arial"/>
              </a:rPr>
              <a:t>f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75">
                <a:latin typeface="Arial"/>
                <a:cs typeface="Arial"/>
              </a:rPr>
              <a:t>r</a:t>
            </a:r>
            <a:r>
              <a:rPr dirty="0" sz="1050" spc="-21900">
                <a:latin typeface="Arial"/>
                <a:cs typeface="Arial"/>
              </a:rPr>
              <a:t>m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30">
                <a:latin typeface="Arial"/>
                <a:cs typeface="Arial"/>
              </a:rPr>
              <a:t>b</a:t>
            </a:r>
            <a:r>
              <a:rPr dirty="0" sz="1050" spc="165">
                <a:latin typeface="Arial"/>
                <a:cs typeface="Arial"/>
              </a:rPr>
              <a:t>il</a:t>
            </a:r>
            <a:r>
              <a:rPr dirty="0" sz="1050" spc="85">
                <a:latin typeface="Arial"/>
                <a:cs typeface="Arial"/>
              </a:rPr>
              <a:t>e</a:t>
            </a:r>
            <a:r>
              <a:rPr dirty="0" sz="1050" spc="50">
                <a:latin typeface="Arial"/>
                <a:cs typeface="Arial"/>
              </a:rPr>
              <a:t> 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65">
                <a:latin typeface="Arial"/>
                <a:cs typeface="Arial"/>
              </a:rPr>
              <a:t>platform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6670">
                <a:latin typeface="Arial"/>
                <a:cs typeface="Arial"/>
              </a:rPr>
              <a:t>.</a:t>
            </a: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Encryption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0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-12665">
                <a:latin typeface="Tahoma"/>
                <a:cs typeface="Tahoma"/>
              </a:rPr>
              <a:t>:</a:t>
            </a:r>
            <a:r>
              <a:rPr dirty="0" sz="1100" spc="-2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40">
                <a:latin typeface="Tahoma"/>
                <a:cs typeface="Tahoma"/>
              </a:rPr>
              <a:t>n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Security: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Custom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1915">
                <a:latin typeface="Arial"/>
                <a:cs typeface="Arial"/>
              </a:rPr>
              <a:t>8</a:t>
            </a:r>
            <a:r>
              <a:rPr dirty="0" sz="1050" spc="-120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u</a:t>
            </a:r>
            <a:r>
              <a:rPr dirty="0" sz="1050" spc="-45">
                <a:latin typeface="Arial"/>
                <a:cs typeface="Arial"/>
              </a:rPr>
              <a:t>s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R="5587365">
              <a:lnSpc>
                <a:spcPct val="43600"/>
              </a:lnSpc>
              <a:spcBef>
                <a:spcPts val="645"/>
              </a:spcBef>
            </a:pPr>
            <a:r>
              <a:rPr dirty="0" sz="1050">
                <a:latin typeface="Arial"/>
                <a:cs typeface="Arial"/>
              </a:rPr>
              <a:t>layer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secure</a:t>
            </a:r>
            <a:r>
              <a:rPr dirty="0" sz="1050" spc="545">
                <a:latin typeface="Arial"/>
                <a:cs typeface="Arial"/>
              </a:rPr>
              <a:t> </a:t>
            </a:r>
            <a:r>
              <a:rPr dirty="0" sz="1050" spc="-160">
                <a:latin typeface="Arial"/>
                <a:cs typeface="Arial"/>
              </a:rPr>
              <a:t>d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75">
                <a:latin typeface="Arial"/>
                <a:cs typeface="Arial"/>
              </a:rPr>
              <a:t>t</a:t>
            </a:r>
            <a:r>
              <a:rPr dirty="0" sz="1050" spc="-22615">
                <a:latin typeface="Arial"/>
                <a:cs typeface="Arial"/>
              </a:rPr>
              <a:t>a</a:t>
            </a:r>
            <a:r>
              <a:rPr dirty="0" sz="1050" spc="-135">
                <a:latin typeface="Arial"/>
                <a:cs typeface="Arial"/>
              </a:rPr>
              <a:t>l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195">
                <a:latin typeface="Arial"/>
                <a:cs typeface="Arial"/>
              </a:rPr>
              <a:t>y</a:t>
            </a:r>
            <a:r>
              <a:rPr dirty="0" sz="1050" spc="-195">
                <a:latin typeface="Arial"/>
                <a:cs typeface="Arial"/>
              </a:rPr>
              <a:t>e</a:t>
            </a:r>
            <a:r>
              <a:rPr dirty="0" sz="1050" spc="-114">
                <a:latin typeface="Arial"/>
                <a:cs typeface="Arial"/>
              </a:rPr>
              <a:t>r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secure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data </a:t>
            </a:r>
            <a:r>
              <a:rPr dirty="0" sz="1050">
                <a:latin typeface="Arial"/>
                <a:cs typeface="Arial"/>
              </a:rPr>
              <a:t>transmission</a:t>
            </a:r>
            <a:r>
              <a:rPr dirty="0" sz="1050" spc="1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and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-9420">
                <a:latin typeface="Arial"/>
                <a:cs typeface="Arial"/>
              </a:rPr>
              <a:t>a</a:t>
            </a:r>
            <a:r>
              <a:rPr dirty="0" sz="1050" spc="140">
                <a:latin typeface="Arial"/>
                <a:cs typeface="Arial"/>
              </a:rPr>
              <a:t>t</a:t>
            </a:r>
            <a:r>
              <a:rPr dirty="0" sz="1050" spc="90">
                <a:latin typeface="Arial"/>
                <a:cs typeface="Arial"/>
              </a:rPr>
              <a:t>r</a:t>
            </a:r>
            <a:r>
              <a:rPr dirty="0" sz="1050" spc="-10">
                <a:latin typeface="Arial"/>
                <a:cs typeface="Arial"/>
              </a:rPr>
              <a:t>a</a:t>
            </a:r>
            <a:r>
              <a:rPr dirty="0" sz="1050" spc="6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s</a:t>
            </a:r>
            <a:r>
              <a:rPr dirty="0" sz="1050" spc="65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-55">
                <a:latin typeface="Arial"/>
                <a:cs typeface="Arial"/>
              </a:rPr>
              <a:t>ss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6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and </a:t>
            </a:r>
            <a:r>
              <a:rPr dirty="0" sz="1050" spc="114">
                <a:latin typeface="Arial"/>
                <a:cs typeface="Arial"/>
              </a:rPr>
              <a:t>a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-7134">
                <a:latin typeface="Arial"/>
                <a:cs typeface="Arial"/>
              </a:rPr>
              <a:t>.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Cloud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55">
                <a:latin typeface="Tahoma"/>
                <a:cs typeface="Tahoma"/>
              </a:rPr>
              <a:t>i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>
                <a:latin typeface="Tahoma"/>
                <a:cs typeface="Tahoma"/>
              </a:rPr>
              <a:t>s</a:t>
            </a:r>
            <a:r>
              <a:rPr dirty="0" sz="1100" spc="-7875">
                <a:latin typeface="Tahoma"/>
                <a:cs typeface="Tahoma"/>
              </a:rPr>
              <a:t>:</a:t>
            </a:r>
            <a:r>
              <a:rPr dirty="0" sz="1100" spc="-20">
                <a:latin typeface="Tahoma"/>
                <a:cs typeface="Tahoma"/>
              </a:rPr>
              <a:t>C</a:t>
            </a:r>
            <a:r>
              <a:rPr dirty="0" sz="1100" spc="55">
                <a:latin typeface="Tahoma"/>
                <a:cs typeface="Tahoma"/>
              </a:rPr>
              <a:t>l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45">
                <a:latin typeface="Tahoma"/>
                <a:cs typeface="Tahoma"/>
              </a:rPr>
              <a:t>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Services: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MySQL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21310">
                <a:latin typeface="Arial"/>
                <a:cs typeface="Arial"/>
              </a:rPr>
              <a:t>t</a:t>
            </a:r>
            <a:r>
              <a:rPr dirty="0" sz="1050" spc="160">
                <a:latin typeface="Arial"/>
                <a:cs typeface="Arial"/>
              </a:rPr>
              <a:t>M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130">
                <a:latin typeface="Arial"/>
                <a:cs typeface="Arial"/>
              </a:rPr>
              <a:t>S</a:t>
            </a:r>
            <a:r>
              <a:rPr dirty="0" sz="1050" spc="5">
                <a:latin typeface="Arial"/>
                <a:cs typeface="Arial"/>
              </a:rPr>
              <a:t>Q</a:t>
            </a:r>
            <a:r>
              <a:rPr dirty="0" sz="1050" spc="-60">
                <a:latin typeface="Arial"/>
                <a:cs typeface="Arial"/>
              </a:rPr>
              <a:t>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management</a:t>
            </a:r>
            <a:endParaRPr sz="1050">
              <a:latin typeface="Arial"/>
              <a:cs typeface="Arial"/>
            </a:endParaRPr>
          </a:p>
          <a:p>
            <a:pPr marL="3716654" marR="344170" indent="-3717290">
              <a:lnSpc>
                <a:spcPts val="1480"/>
              </a:lnSpc>
              <a:spcBef>
                <a:spcPts val="100"/>
              </a:spcBef>
              <a:tabLst>
                <a:tab pos="3716654" algn="l"/>
              </a:tabLst>
            </a:pP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15965">
                <a:latin typeface="Arial"/>
                <a:cs typeface="Arial"/>
              </a:rPr>
              <a:t>s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7940">
                <a:latin typeface="Tahoma"/>
                <a:cs typeface="Tahoma"/>
              </a:rPr>
              <a:t>: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45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a</a:t>
            </a:r>
            <a:r>
              <a:rPr dirty="0" sz="1050" spc="25">
                <a:latin typeface="Arial"/>
                <a:cs typeface="Arial"/>
              </a:rPr>
              <a:t>n</a:t>
            </a:r>
            <a:r>
              <a:rPr dirty="0" sz="1050" spc="2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26135">
                <a:latin typeface="Arial"/>
                <a:cs typeface="Arial"/>
              </a:rPr>
              <a:t>n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557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3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16455">
                <a:latin typeface="Arial"/>
                <a:cs typeface="Arial"/>
              </a:rPr>
              <a:t>e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1090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35"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3505835">
              <a:lnSpc>
                <a:spcPts val="1130"/>
              </a:lnSpc>
            </a:pPr>
            <a:r>
              <a:rPr dirty="0" sz="800" spc="-525">
                <a:latin typeface="Lucida Sans Unicode"/>
                <a:cs typeface="Lucida Sans Unicode"/>
              </a:rPr>
              <a:t>3</a:t>
            </a:r>
            <a:r>
              <a:rPr dirty="0" sz="800" spc="-38875">
                <a:solidFill>
                  <a:srgbClr val="AAAAAA"/>
                </a:solidFill>
                <a:latin typeface="Lucida Sans Unicode"/>
                <a:cs typeface="Lucida Sans Unicode"/>
              </a:rPr>
              <a:t>3</a:t>
            </a:r>
            <a:r>
              <a:rPr dirty="0" sz="950" spc="-5">
                <a:latin typeface="Calibri"/>
                <a:cs typeface="Calibri"/>
              </a:rPr>
              <a:t>@</a:t>
            </a:r>
            <a:r>
              <a:rPr dirty="0" sz="950" spc="-10">
                <a:latin typeface="Calibri"/>
                <a:cs typeface="Calibri"/>
              </a:rPr>
              <a:t>S</a:t>
            </a:r>
            <a:r>
              <a:rPr dirty="0" sz="950" spc="-30">
                <a:latin typeface="Calibri"/>
                <a:cs typeface="Calibri"/>
              </a:rPr>
              <a:t>I</a:t>
            </a:r>
            <a:r>
              <a:rPr dirty="0" sz="950" spc="-75">
                <a:latin typeface="Calibri"/>
                <a:cs typeface="Calibri"/>
              </a:rPr>
              <a:t>H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65">
                <a:latin typeface="Calibri"/>
                <a:cs typeface="Calibri"/>
              </a:rPr>
              <a:t>Idea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60">
                <a:latin typeface="Calibri"/>
                <a:cs typeface="Calibri"/>
              </a:rPr>
              <a:t>submission-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95">
                <a:latin typeface="Calibri"/>
                <a:cs typeface="Calibri"/>
              </a:rPr>
              <a:t>T</a:t>
            </a:r>
            <a:r>
              <a:rPr dirty="0" sz="950" spc="-85">
                <a:latin typeface="Calibri"/>
                <a:cs typeface="Calibri"/>
              </a:rPr>
              <a:t>e</a:t>
            </a:r>
            <a:r>
              <a:rPr dirty="0" sz="950" spc="-110">
                <a:latin typeface="Calibri"/>
                <a:cs typeface="Calibri"/>
              </a:rPr>
              <a:t>m</a:t>
            </a:r>
            <a:r>
              <a:rPr dirty="0" sz="950" spc="-85">
                <a:latin typeface="Calibri"/>
                <a:cs typeface="Calibri"/>
              </a:rPr>
              <a:t>p</a:t>
            </a:r>
            <a:r>
              <a:rPr dirty="0" sz="950" spc="-35">
                <a:latin typeface="Calibri"/>
                <a:cs typeface="Calibri"/>
              </a:rPr>
              <a:t>l</a:t>
            </a:r>
            <a:r>
              <a:rPr dirty="0" sz="950" spc="-85">
                <a:latin typeface="Calibri"/>
                <a:cs typeface="Calibri"/>
              </a:rPr>
              <a:t>a</a:t>
            </a:r>
            <a:r>
              <a:rPr dirty="0" sz="950" spc="-60">
                <a:latin typeface="Calibri"/>
                <a:cs typeface="Calibri"/>
              </a:rPr>
              <a:t>t</a:t>
            </a:r>
            <a:r>
              <a:rPr dirty="0" sz="950" spc="-11275">
                <a:latin typeface="Calibri"/>
                <a:cs typeface="Calibri"/>
              </a:rPr>
              <a:t>e</a:t>
            </a:r>
            <a:r>
              <a:rPr dirty="0" sz="950" spc="25">
                <a:solidFill>
                  <a:srgbClr val="AAAAAA"/>
                </a:solidFill>
                <a:latin typeface="Calibri"/>
                <a:cs typeface="Calibri"/>
              </a:rPr>
              <a:t>@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S</a:t>
            </a:r>
            <a:r>
              <a:rPr dirty="0" sz="950" spc="-40">
                <a:solidFill>
                  <a:srgbClr val="AAAAAA"/>
                </a:solidFill>
                <a:latin typeface="Calibri"/>
                <a:cs typeface="Calibri"/>
              </a:rPr>
              <a:t>I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H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5">
                <a:solidFill>
                  <a:srgbClr val="AAAAAA"/>
                </a:solidFill>
                <a:latin typeface="Calibri"/>
                <a:cs typeface="Calibri"/>
              </a:rPr>
              <a:t>Idea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submission-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AAAAA"/>
                </a:solidFill>
                <a:latin typeface="Calibri"/>
                <a:cs typeface="Calibri"/>
              </a:rPr>
              <a:t>Template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54"/>
            <a:ext cx="9525000" cy="5358130"/>
            <a:chOff x="0" y="254"/>
            <a:chExt cx="9525000" cy="53581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3" y="254"/>
              <a:ext cx="9506586" cy="1143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" y="114298"/>
              <a:ext cx="9511230" cy="5244032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0" y="219076"/>
            <a:ext cx="9525000" cy="5133975"/>
            <a:chOff x="0" y="219076"/>
            <a:chExt cx="9525000" cy="5133975"/>
          </a:xfrm>
        </p:grpSpPr>
        <p:sp>
          <p:nvSpPr>
            <p:cNvPr id="6" name="object 6" descr=""/>
            <p:cNvSpPr/>
            <p:nvPr/>
          </p:nvSpPr>
          <p:spPr>
            <a:xfrm>
              <a:off x="0" y="219076"/>
              <a:ext cx="9525000" cy="5133975"/>
            </a:xfrm>
            <a:custGeom>
              <a:avLst/>
              <a:gdLst/>
              <a:ahLst/>
              <a:cxnLst/>
              <a:rect l="l" t="t" r="r" b="b"/>
              <a:pathLst>
                <a:path w="9525000" h="5133975">
                  <a:moveTo>
                    <a:pt x="9525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525000" y="513397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17532" y="1724025"/>
              <a:ext cx="359410" cy="9525"/>
            </a:xfrm>
            <a:custGeom>
              <a:avLst/>
              <a:gdLst/>
              <a:ahLst/>
              <a:cxnLst/>
              <a:rect l="l" t="t" r="r" b="b"/>
              <a:pathLst>
                <a:path w="359410" h="9525">
                  <a:moveTo>
                    <a:pt x="359092" y="0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2900" y="9525"/>
                  </a:lnTo>
                  <a:lnTo>
                    <a:pt x="359092" y="9525"/>
                  </a:lnTo>
                  <a:lnTo>
                    <a:pt x="359092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50"/>
                  </a:lnTo>
                  <a:lnTo>
                    <a:pt x="0" y="28917"/>
                  </a:lnTo>
                  <a:lnTo>
                    <a:pt x="0" y="376238"/>
                  </a:lnTo>
                  <a:lnTo>
                    <a:pt x="0" y="380658"/>
                  </a:lnTo>
                  <a:lnTo>
                    <a:pt x="28917" y="409576"/>
                  </a:lnTo>
                  <a:lnTo>
                    <a:pt x="7333907" y="409576"/>
                  </a:lnTo>
                  <a:lnTo>
                    <a:pt x="7362825" y="380658"/>
                  </a:lnTo>
                  <a:lnTo>
                    <a:pt x="7362825" y="28917"/>
                  </a:lnTo>
                  <a:lnTo>
                    <a:pt x="7338161" y="850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8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34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50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50"/>
                  </a:lnTo>
                  <a:lnTo>
                    <a:pt x="7342238" y="2540"/>
                  </a:lnTo>
                  <a:lnTo>
                    <a:pt x="7346327" y="4229"/>
                  </a:lnTo>
                  <a:lnTo>
                    <a:pt x="7349934" y="6642"/>
                  </a:lnTo>
                  <a:lnTo>
                    <a:pt x="7353058" y="9766"/>
                  </a:lnTo>
                  <a:lnTo>
                    <a:pt x="7356183" y="12890"/>
                  </a:lnTo>
                  <a:lnTo>
                    <a:pt x="7358596" y="16497"/>
                  </a:lnTo>
                  <a:lnTo>
                    <a:pt x="7360285" y="20574"/>
                  </a:lnTo>
                  <a:lnTo>
                    <a:pt x="7361974" y="24663"/>
                  </a:lnTo>
                  <a:lnTo>
                    <a:pt x="7362825" y="28917"/>
                  </a:lnTo>
                  <a:lnTo>
                    <a:pt x="7362825" y="33337"/>
                  </a:lnTo>
                  <a:lnTo>
                    <a:pt x="7362825" y="376238"/>
                  </a:lnTo>
                  <a:lnTo>
                    <a:pt x="7362825" y="380658"/>
                  </a:lnTo>
                  <a:lnTo>
                    <a:pt x="7361974" y="384910"/>
                  </a:lnTo>
                  <a:lnTo>
                    <a:pt x="7342238" y="407036"/>
                  </a:lnTo>
                  <a:lnTo>
                    <a:pt x="7338161" y="408732"/>
                  </a:lnTo>
                  <a:lnTo>
                    <a:pt x="7333907" y="409576"/>
                  </a:lnTo>
                  <a:lnTo>
                    <a:pt x="7329487" y="409576"/>
                  </a:lnTo>
                  <a:lnTo>
                    <a:pt x="33337" y="409576"/>
                  </a:lnTo>
                  <a:lnTo>
                    <a:pt x="28917" y="409576"/>
                  </a:lnTo>
                  <a:lnTo>
                    <a:pt x="24665" y="408732"/>
                  </a:lnTo>
                  <a:lnTo>
                    <a:pt x="20577" y="407041"/>
                  </a:lnTo>
                  <a:lnTo>
                    <a:pt x="16494" y="405344"/>
                  </a:lnTo>
                  <a:lnTo>
                    <a:pt x="12887" y="402937"/>
                  </a:lnTo>
                  <a:lnTo>
                    <a:pt x="9763" y="399812"/>
                  </a:lnTo>
                  <a:lnTo>
                    <a:pt x="6638" y="396687"/>
                  </a:lnTo>
                  <a:lnTo>
                    <a:pt x="4231" y="393080"/>
                  </a:lnTo>
                  <a:lnTo>
                    <a:pt x="2534" y="388998"/>
                  </a:lnTo>
                  <a:lnTo>
                    <a:pt x="843" y="384910"/>
                  </a:lnTo>
                  <a:lnTo>
                    <a:pt x="0" y="380658"/>
                  </a:lnTo>
                  <a:lnTo>
                    <a:pt x="0" y="376238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8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5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31"/>
                  </a:lnTo>
                  <a:lnTo>
                    <a:pt x="20577" y="2540"/>
                  </a:lnTo>
                  <a:lnTo>
                    <a:pt x="24665" y="84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8"/>
                  </a:lnTo>
                  <a:lnTo>
                    <a:pt x="7342238" y="2540"/>
                  </a:lnTo>
                  <a:lnTo>
                    <a:pt x="7346327" y="4231"/>
                  </a:lnTo>
                  <a:lnTo>
                    <a:pt x="7349934" y="6637"/>
                  </a:lnTo>
                  <a:lnTo>
                    <a:pt x="7353058" y="9762"/>
                  </a:lnTo>
                  <a:lnTo>
                    <a:pt x="7356183" y="12887"/>
                  </a:lnTo>
                  <a:lnTo>
                    <a:pt x="7358596" y="16494"/>
                  </a:lnTo>
                  <a:lnTo>
                    <a:pt x="7360285" y="20577"/>
                  </a:lnTo>
                  <a:lnTo>
                    <a:pt x="7361974" y="24665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7"/>
                  </a:lnTo>
                  <a:lnTo>
                    <a:pt x="7358596" y="393078"/>
                  </a:lnTo>
                  <a:lnTo>
                    <a:pt x="7356183" y="396685"/>
                  </a:lnTo>
                  <a:lnTo>
                    <a:pt x="7353058" y="399811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31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11"/>
                  </a:lnTo>
                  <a:lnTo>
                    <a:pt x="6638" y="396685"/>
                  </a:lnTo>
                  <a:lnTo>
                    <a:pt x="4231" y="393078"/>
                  </a:lnTo>
                  <a:lnTo>
                    <a:pt x="2534" y="388997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140047" y="3951149"/>
            <a:ext cx="1244600" cy="652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Sa</a:t>
            </a:r>
            <a:r>
              <a:rPr dirty="0" sz="1100" spc="160">
                <a:solidFill>
                  <a:srgbClr val="AAAAA9"/>
                </a:solidFill>
                <a:latin typeface="Arial"/>
                <a:cs typeface="Arial"/>
              </a:rPr>
              <a:t>v</a:t>
            </a: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900" spc="-50">
                <a:solidFill>
                  <a:srgbClr val="AAAAA9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pr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efe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n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165">
                <a:solidFill>
                  <a:srgbClr val="AAAAA9"/>
                </a:solidFill>
                <a:latin typeface="Lucida Sans Unicode"/>
                <a:cs typeface="Lucida Sans Unicode"/>
              </a:rPr>
              <a:t>Acce</a:t>
            </a:r>
            <a:r>
              <a:rPr dirty="0" sz="1100" spc="165">
                <a:solidFill>
                  <a:srgbClr val="AAAAA9"/>
                </a:solidFill>
                <a:latin typeface="Arial"/>
                <a:cs typeface="Arial"/>
              </a:rPr>
              <a:t>pt</a:t>
            </a:r>
            <a:r>
              <a:rPr dirty="0" sz="1100" spc="-90">
                <a:solidFill>
                  <a:srgbClr val="AAAAA9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AAAAA9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70">
                <a:solidFill>
                  <a:srgbClr val="AAAAA9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2400" y="2305050"/>
            <a:ext cx="8296275" cy="2876550"/>
            <a:chOff x="152400" y="2305050"/>
            <a:chExt cx="8296275" cy="2876550"/>
          </a:xfrm>
        </p:grpSpPr>
        <p:sp>
          <p:nvSpPr>
            <p:cNvPr id="14" name="object 14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8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5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31"/>
                  </a:lnTo>
                  <a:lnTo>
                    <a:pt x="20577" y="2540"/>
                  </a:lnTo>
                  <a:lnTo>
                    <a:pt x="24665" y="84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8"/>
                  </a:lnTo>
                  <a:lnTo>
                    <a:pt x="7342238" y="2540"/>
                  </a:lnTo>
                  <a:lnTo>
                    <a:pt x="7346327" y="4231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7"/>
                  </a:lnTo>
                  <a:lnTo>
                    <a:pt x="7358596" y="393078"/>
                  </a:lnTo>
                  <a:lnTo>
                    <a:pt x="7356183" y="396685"/>
                  </a:lnTo>
                  <a:lnTo>
                    <a:pt x="7353058" y="399811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11"/>
                  </a:lnTo>
                  <a:lnTo>
                    <a:pt x="6638" y="396685"/>
                  </a:lnTo>
                  <a:lnTo>
                    <a:pt x="4231" y="393078"/>
                  </a:lnTo>
                  <a:lnTo>
                    <a:pt x="2534" y="388997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2400" y="23050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9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324100"/>
              <a:ext cx="171450" cy="17145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2400" y="26670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9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686050"/>
              <a:ext cx="171450" cy="1714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2400" y="30289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9"/>
                  </a:lnTo>
                  <a:lnTo>
                    <a:pt x="74405" y="205065"/>
                  </a:lnTo>
                  <a:lnTo>
                    <a:pt x="104771" y="209549"/>
                  </a:lnTo>
                  <a:lnTo>
                    <a:pt x="314328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3048000"/>
              <a:ext cx="171450" cy="17145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9700" y="322816"/>
            <a:ext cx="882205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4100"/>
              </a:lnSpc>
              <a:spcBef>
                <a:spcPts val="90"/>
              </a:spcBef>
            </a:pP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21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purpos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/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die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2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rv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3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lopm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1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2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eci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olo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6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225">
                <a:solidFill>
                  <a:srgbClr val="282828"/>
                </a:solidFill>
                <a:latin typeface="Georgia"/>
                <a:cs typeface="Georgia"/>
              </a:rPr>
              <a:t> 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 marR="165100">
              <a:lnSpc>
                <a:spcPct val="1641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0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IP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2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 spc="1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egi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efe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k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nk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;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qu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750" spc="5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not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ee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pt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defa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ult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los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only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6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i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v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 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ol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ic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endParaRPr sz="800">
              <a:latin typeface="Georgia"/>
              <a:cs typeface="Georgia"/>
            </a:endParaRPr>
          </a:p>
          <a:p>
            <a:pPr marL="12700" marR="7738109">
              <a:lnSpc>
                <a:spcPct val="140600"/>
              </a:lnSpc>
            </a:pP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S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tor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229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efe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n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ce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Thi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d</a:t>
            </a:r>
            <a:r>
              <a:rPr dirty="0" u="sng" sz="800" spc="-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Pa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rt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ie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47434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tor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age</a:t>
            </a:r>
            <a:endParaRPr sz="800">
              <a:latin typeface="Lucida Sans Unicode"/>
              <a:cs typeface="Lucida Sans Unicode"/>
            </a:endParaRPr>
          </a:p>
          <a:p>
            <a:pPr marL="474345" marR="7282180">
              <a:lnSpc>
                <a:spcPct val="2969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g Pe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lyt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52400" y="404812"/>
            <a:ext cx="9187180" cy="3195955"/>
            <a:chOff x="152400" y="404812"/>
            <a:chExt cx="9187180" cy="3195955"/>
          </a:xfrm>
        </p:grpSpPr>
        <p:sp>
          <p:nvSpPr>
            <p:cNvPr id="24" name="object 24" descr=""/>
            <p:cNvSpPr/>
            <p:nvPr/>
          </p:nvSpPr>
          <p:spPr>
            <a:xfrm>
              <a:off x="152400" y="33909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9"/>
                  </a:lnTo>
                  <a:lnTo>
                    <a:pt x="74405" y="205065"/>
                  </a:lnTo>
                  <a:lnTo>
                    <a:pt x="104772" y="209549"/>
                  </a:lnTo>
                  <a:lnTo>
                    <a:pt x="314327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3409950"/>
              <a:ext cx="171450" cy="17145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62863" y="400749"/>
            <a:ext cx="8438515" cy="487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2310"/>
              </a:lnSpc>
            </a:pPr>
            <a:r>
              <a:rPr dirty="0" sz="1950" spc="655">
                <a:latin typeface="Times New Roman"/>
                <a:cs typeface="Times New Roman"/>
              </a:rPr>
              <a:t>TECHNICAL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75">
                <a:latin typeface="Times New Roman"/>
                <a:cs typeface="Times New Roman"/>
              </a:rPr>
              <a:t>PP</a:t>
            </a:r>
            <a:r>
              <a:rPr dirty="0" sz="1950" spc="760">
                <a:latin typeface="Times New Roman"/>
                <a:cs typeface="Times New Roman"/>
              </a:rPr>
              <a:t>R</a:t>
            </a:r>
            <a:r>
              <a:rPr dirty="0" sz="1950" spc="740">
                <a:latin typeface="Times New Roman"/>
                <a:cs typeface="Times New Roman"/>
              </a:rPr>
              <a:t>O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-32600">
                <a:latin typeface="Times New Roman"/>
                <a:cs typeface="Times New Roman"/>
              </a:rPr>
              <a:t>H</a:t>
            </a:r>
            <a:r>
              <a:rPr dirty="0" sz="1950" spc="775">
                <a:latin typeface="Times New Roman"/>
                <a:cs typeface="Times New Roman"/>
              </a:rPr>
              <a:t>TE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740">
                <a:latin typeface="Times New Roman"/>
                <a:cs typeface="Times New Roman"/>
              </a:rPr>
              <a:t>H</a:t>
            </a:r>
            <a:r>
              <a:rPr dirty="0" sz="1950" spc="595">
                <a:latin typeface="Times New Roman"/>
                <a:cs typeface="Times New Roman"/>
              </a:rPr>
              <a:t>N</a:t>
            </a:r>
            <a:r>
              <a:rPr dirty="0" sz="1950" spc="825">
                <a:latin typeface="Times New Roman"/>
                <a:cs typeface="Times New Roman"/>
              </a:rPr>
              <a:t>I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85">
                <a:latin typeface="Times New Roman"/>
                <a:cs typeface="Times New Roman"/>
              </a:rPr>
              <a:t>L</a:t>
            </a:r>
            <a:r>
              <a:rPr dirty="0" sz="1950">
                <a:latin typeface="Times New Roman"/>
                <a:cs typeface="Times New Roman"/>
              </a:rPr>
              <a:t> 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10">
                <a:latin typeface="Times New Roman"/>
                <a:cs typeface="Times New Roman"/>
              </a:rPr>
              <a:t>PP</a:t>
            </a:r>
            <a:r>
              <a:rPr dirty="0" sz="1950" spc="395">
                <a:latin typeface="Times New Roman"/>
                <a:cs typeface="Times New Roman"/>
              </a:rPr>
              <a:t>R</a:t>
            </a:r>
            <a:r>
              <a:rPr dirty="0" sz="1950" spc="415">
                <a:latin typeface="Times New Roman"/>
                <a:cs typeface="Times New Roman"/>
              </a:rPr>
              <a:t>O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95">
                <a:latin typeface="Times New Roman"/>
                <a:cs typeface="Times New Roman"/>
              </a:rPr>
              <a:t>C</a:t>
            </a:r>
            <a:r>
              <a:rPr dirty="0" sz="1950" spc="-48960">
                <a:latin typeface="Times New Roman"/>
                <a:cs typeface="Times New Roman"/>
              </a:rPr>
              <a:t>H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10125">
                <a:latin typeface="Arial"/>
                <a:cs typeface="Arial"/>
              </a:rPr>
              <a:t>X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517">
                <a:latin typeface="Arial"/>
                <a:cs typeface="Arial"/>
              </a:rPr>
              <a:t>X</a:t>
            </a:r>
            <a:endParaRPr baseline="-13888"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 marL="3801110">
              <a:lnSpc>
                <a:spcPts val="1250"/>
              </a:lnSpc>
              <a:spcBef>
                <a:spcPts val="1555"/>
              </a:spcBef>
            </a:pPr>
            <a:r>
              <a:rPr dirty="0" sz="1100">
                <a:latin typeface="Tahoma"/>
                <a:cs typeface="Tahoma"/>
              </a:rPr>
              <a:t>PROCESS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FLOW </a:t>
            </a:r>
            <a:r>
              <a:rPr dirty="0" sz="1100" spc="90">
                <a:latin typeface="Tahoma"/>
                <a:cs typeface="Tahoma"/>
              </a:rPr>
              <a:t>A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25">
                <a:latin typeface="Tahoma"/>
                <a:cs typeface="Tahoma"/>
              </a:rPr>
              <a:t>H</a:t>
            </a:r>
            <a:r>
              <a:rPr dirty="0" sz="1100" spc="-85">
                <a:latin typeface="Tahoma"/>
                <a:cs typeface="Tahoma"/>
              </a:rPr>
              <a:t>I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-15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80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6100">
                <a:latin typeface="Tahoma"/>
                <a:cs typeface="Tahoma"/>
              </a:rPr>
              <a:t>E</a:t>
            </a:r>
            <a:r>
              <a:rPr dirty="0" sz="1100" spc="45">
                <a:solidFill>
                  <a:srgbClr val="2B4669"/>
                </a:solidFill>
                <a:latin typeface="Tahoma"/>
                <a:cs typeface="Tahoma"/>
              </a:rPr>
              <a:t>P</a:t>
            </a:r>
            <a:r>
              <a:rPr dirty="0" sz="1100" spc="5">
                <a:solidFill>
                  <a:srgbClr val="2B4669"/>
                </a:solidFill>
                <a:latin typeface="Tahoma"/>
                <a:cs typeface="Tahoma"/>
              </a:rPr>
              <a:t>R</a:t>
            </a:r>
            <a:r>
              <a:rPr dirty="0" sz="1100" spc="50">
                <a:solidFill>
                  <a:srgbClr val="2B4669"/>
                </a:solidFill>
                <a:latin typeface="Tahoma"/>
                <a:cs typeface="Tahoma"/>
              </a:rPr>
              <a:t>O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C</a:t>
            </a:r>
            <a:r>
              <a:rPr dirty="0" sz="1100" spc="-15">
                <a:solidFill>
                  <a:srgbClr val="2B4669"/>
                </a:solidFill>
                <a:latin typeface="Tahoma"/>
                <a:cs typeface="Tahoma"/>
              </a:rPr>
              <a:t>E</a:t>
            </a:r>
            <a:r>
              <a:rPr dirty="0" sz="1100" spc="-30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-35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1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B4669"/>
                </a:solidFill>
                <a:latin typeface="Tahoma"/>
                <a:cs typeface="Tahoma"/>
              </a:rPr>
              <a:t>FLOW</a:t>
            </a:r>
            <a:r>
              <a:rPr dirty="0" sz="1100" spc="-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ts val="1250"/>
              </a:lnSpc>
            </a:pPr>
            <a:r>
              <a:rPr dirty="0" sz="1100" spc="50">
                <a:latin typeface="Tahoma"/>
                <a:cs typeface="Tahoma"/>
              </a:rPr>
              <a:t>Algorithm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40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2855">
                <a:latin typeface="Tahoma"/>
                <a:cs typeface="Tahoma"/>
              </a:rPr>
              <a:t>:</a:t>
            </a:r>
            <a:r>
              <a:rPr dirty="0" sz="1100" spc="75">
                <a:latin typeface="Tahoma"/>
                <a:cs typeface="Tahoma"/>
              </a:rPr>
              <a:t>A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-30">
                <a:latin typeface="Tahoma"/>
                <a:cs typeface="Tahoma"/>
              </a:rPr>
              <a:t>g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60">
                <a:latin typeface="Tahoma"/>
                <a:cs typeface="Tahoma"/>
              </a:rPr>
              <a:t>r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h</a:t>
            </a:r>
            <a:r>
              <a:rPr dirty="0" sz="1100" spc="45">
                <a:latin typeface="Tahoma"/>
                <a:cs typeface="Tahoma"/>
              </a:rPr>
              <a:t>m</a:t>
            </a:r>
            <a:r>
              <a:rPr dirty="0" sz="1100" spc="-10">
                <a:latin typeface="Tahoma"/>
                <a:cs typeface="Tahoma"/>
              </a:rPr>
              <a:t> Development:</a:t>
            </a:r>
            <a:endParaRPr sz="1100">
              <a:latin typeface="Tahoma"/>
              <a:cs typeface="Tahoma"/>
            </a:endParaRPr>
          </a:p>
          <a:p>
            <a:pPr marR="5569585">
              <a:lnSpc>
                <a:spcPts val="1510"/>
              </a:lnSpc>
              <a:spcBef>
                <a:spcPts val="65"/>
              </a:spcBef>
            </a:pPr>
            <a:r>
              <a:rPr dirty="0" sz="1050">
                <a:latin typeface="Arial"/>
                <a:cs typeface="Arial"/>
              </a:rPr>
              <a:t>Next.js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Core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technol</a:t>
            </a:r>
            <a:r>
              <a:rPr dirty="0" sz="1050" spc="35">
                <a:latin typeface="Arial"/>
                <a:cs typeface="Arial"/>
                <a:hlinkClick r:id="rId5"/>
              </a:rPr>
              <a:t>ogies</a:t>
            </a:r>
            <a:r>
              <a:rPr dirty="0" sz="1050" spc="400">
                <a:latin typeface="Arial"/>
                <a:cs typeface="Arial"/>
                <a:hlinkClick r:id="rId5"/>
              </a:rPr>
              <a:t> </a:t>
            </a:r>
            <a:r>
              <a:rPr dirty="0" sz="1050" spc="-200">
                <a:latin typeface="Arial"/>
                <a:cs typeface="Arial"/>
                <a:hlinkClick r:id="rId5"/>
              </a:rPr>
              <a:t>u</a:t>
            </a:r>
            <a:r>
              <a:rPr dirty="0" sz="1050" spc="-315">
                <a:latin typeface="Arial"/>
                <a:cs typeface="Arial"/>
                <a:hlinkClick r:id="rId5"/>
              </a:rPr>
              <a:t>s</a:t>
            </a:r>
            <a:r>
              <a:rPr dirty="0" sz="1050" spc="-235">
                <a:latin typeface="Arial"/>
                <a:cs typeface="Arial"/>
                <a:hlinkClick r:id="rId5"/>
              </a:rPr>
              <a:t>e</a:t>
            </a:r>
            <a:r>
              <a:rPr dirty="0" sz="1050" spc="-22735">
                <a:latin typeface="Arial"/>
                <a:cs typeface="Arial"/>
                <a:hlinkClick r:id="rId5"/>
              </a:rPr>
              <a:t>d</a:t>
            </a:r>
            <a:r>
              <a:rPr dirty="0" sz="1050" spc="-240">
                <a:latin typeface="Arial"/>
                <a:cs typeface="Arial"/>
              </a:rPr>
              <a:t>Ne</a:t>
            </a:r>
            <a:r>
              <a:rPr dirty="0" sz="1050" spc="-250">
                <a:latin typeface="Arial"/>
                <a:cs typeface="Arial"/>
              </a:rPr>
              <a:t>x</a:t>
            </a:r>
            <a:r>
              <a:rPr dirty="0" sz="1050" spc="-125">
                <a:latin typeface="Arial"/>
                <a:cs typeface="Arial"/>
              </a:rPr>
              <a:t>t</a:t>
            </a:r>
            <a:r>
              <a:rPr dirty="0" sz="1050" spc="-225">
                <a:latin typeface="Arial"/>
                <a:cs typeface="Arial"/>
              </a:rPr>
              <a:t>.</a:t>
            </a:r>
            <a:r>
              <a:rPr dirty="0" sz="1050" spc="-180">
                <a:latin typeface="Arial"/>
                <a:cs typeface="Arial"/>
              </a:rPr>
              <a:t>j</a:t>
            </a:r>
            <a:r>
              <a:rPr dirty="0" sz="1050" spc="-305">
                <a:latin typeface="Arial"/>
                <a:cs typeface="Arial"/>
              </a:rPr>
              <a:t>s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 Core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technol</a:t>
            </a:r>
            <a:r>
              <a:rPr dirty="0" sz="1050" spc="45">
                <a:latin typeface="Arial"/>
                <a:cs typeface="Arial"/>
                <a:hlinkClick r:id="rId5"/>
              </a:rPr>
              <a:t>ogies</a:t>
            </a:r>
            <a:r>
              <a:rPr dirty="0" sz="1050" spc="-5">
                <a:latin typeface="Arial"/>
                <a:cs typeface="Arial"/>
                <a:hlinkClick r:id="rId5"/>
              </a:rPr>
              <a:t> </a:t>
            </a:r>
            <a:r>
              <a:rPr dirty="0" sz="1050" spc="-20">
                <a:latin typeface="Arial"/>
                <a:cs typeface="Arial"/>
                <a:hlinkClick r:id="rId5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65">
                <a:latin typeface="Arial"/>
                <a:cs typeface="Arial"/>
              </a:rPr>
              <a:t>A</a:t>
            </a:r>
            <a:r>
              <a:rPr dirty="0" sz="1050" spc="17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g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85">
                <a:latin typeface="Arial"/>
                <a:cs typeface="Arial"/>
              </a:rPr>
              <a:t>r</a:t>
            </a:r>
            <a:r>
              <a:rPr dirty="0" sz="1050" spc="175">
                <a:latin typeface="Arial"/>
                <a:cs typeface="Arial"/>
              </a:rPr>
              <a:t>i</a:t>
            </a:r>
            <a:r>
              <a:rPr dirty="0" sz="1050" spc="235">
                <a:latin typeface="Arial"/>
                <a:cs typeface="Arial"/>
              </a:rPr>
              <a:t>t</a:t>
            </a:r>
            <a:r>
              <a:rPr dirty="0" sz="1050" spc="140">
                <a:latin typeface="Arial"/>
                <a:cs typeface="Arial"/>
              </a:rPr>
              <a:t>h</a:t>
            </a:r>
            <a:r>
              <a:rPr dirty="0" sz="1050" spc="130">
                <a:latin typeface="Arial"/>
                <a:cs typeface="Arial"/>
              </a:rPr>
              <a:t>m</a:t>
            </a:r>
            <a:r>
              <a:rPr dirty="0" sz="1050" spc="-17225">
                <a:latin typeface="Arial"/>
                <a:cs typeface="Arial"/>
              </a:rPr>
              <a:t>.</a:t>
            </a:r>
            <a:r>
              <a:rPr dirty="0" sz="1050" spc="204">
                <a:latin typeface="Arial"/>
                <a:cs typeface="Arial"/>
              </a:rPr>
              <a:t>f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90">
                <a:latin typeface="Arial"/>
                <a:cs typeface="Arial"/>
              </a:rPr>
              <a:t>r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Algorithm.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 spc="80">
                <a:latin typeface="Tahoma"/>
                <a:cs typeface="Tahoma"/>
              </a:rPr>
              <a:t>Mobile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5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35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7510">
                <a:latin typeface="Tahoma"/>
                <a:cs typeface="Tahoma"/>
              </a:rPr>
              <a:t>:</a:t>
            </a:r>
            <a:r>
              <a:rPr dirty="0" sz="1100" spc="200">
                <a:latin typeface="Tahoma"/>
                <a:cs typeface="Tahoma"/>
              </a:rPr>
              <a:t>M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b</a:t>
            </a:r>
            <a:r>
              <a:rPr dirty="0" sz="1100" spc="75">
                <a:latin typeface="Tahoma"/>
                <a:cs typeface="Tahoma"/>
              </a:rPr>
              <a:t>il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Development: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ahoma"/>
              <a:cs typeface="Tahoma"/>
            </a:endParaRPr>
          </a:p>
          <a:p>
            <a:pPr marR="5633720">
              <a:lnSpc>
                <a:spcPct val="69900"/>
              </a:lnSpc>
              <a:spcBef>
                <a:spcPts val="5"/>
              </a:spcBef>
            </a:pPr>
            <a:r>
              <a:rPr dirty="0" sz="1050" spc="60">
                <a:latin typeface="Arial"/>
                <a:cs typeface="Arial"/>
              </a:rPr>
              <a:t>Flutter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bu</a:t>
            </a:r>
            <a:r>
              <a:rPr dirty="0" sz="1050" spc="80">
                <a:latin typeface="Arial"/>
                <a:cs typeface="Arial"/>
              </a:rPr>
              <a:t>il</a:t>
            </a:r>
            <a:r>
              <a:rPr dirty="0" sz="1050" spc="45">
                <a:latin typeface="Arial"/>
                <a:cs typeface="Arial"/>
              </a:rPr>
              <a:t>d</a:t>
            </a:r>
            <a:r>
              <a:rPr dirty="0" sz="1050" spc="80">
                <a:latin typeface="Arial"/>
                <a:cs typeface="Arial"/>
              </a:rPr>
              <a:t>i</a:t>
            </a:r>
            <a:r>
              <a:rPr dirty="0" sz="1050" spc="45">
                <a:latin typeface="Arial"/>
                <a:cs typeface="Arial"/>
              </a:rPr>
              <a:t>n</a:t>
            </a:r>
            <a:r>
              <a:rPr dirty="0" sz="1050" spc="-18825">
                <a:latin typeface="Arial"/>
                <a:cs typeface="Arial"/>
              </a:rPr>
              <a:t>g</a:t>
            </a:r>
            <a:r>
              <a:rPr dirty="0" sz="1050" spc="-110">
                <a:latin typeface="Arial"/>
                <a:cs typeface="Arial"/>
              </a:rPr>
              <a:t>F</a:t>
            </a:r>
            <a:r>
              <a:rPr dirty="0" sz="1050" spc="80">
                <a:latin typeface="Arial"/>
                <a:cs typeface="Arial"/>
              </a:rPr>
              <a:t>l</a:t>
            </a:r>
            <a:r>
              <a:rPr dirty="0" sz="1050" spc="45">
                <a:latin typeface="Arial"/>
                <a:cs typeface="Arial"/>
              </a:rPr>
              <a:t>u</a:t>
            </a:r>
            <a:r>
              <a:rPr dirty="0" sz="1050" spc="140">
                <a:latin typeface="Arial"/>
                <a:cs typeface="Arial"/>
              </a:rPr>
              <a:t>tt</a:t>
            </a:r>
            <a:r>
              <a:rPr dirty="0" sz="1050" spc="5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-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building</a:t>
            </a:r>
            <a:r>
              <a:rPr dirty="0" sz="1050" spc="95">
                <a:latin typeface="Arial"/>
                <a:cs typeface="Arial"/>
              </a:rPr>
              <a:t> 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 spc="-1705">
                <a:latin typeface="Arial"/>
                <a:cs typeface="Arial"/>
              </a:rPr>
              <a:t>e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mobile </a:t>
            </a:r>
            <a:r>
              <a:rPr dirty="0" sz="1050" spc="50">
                <a:latin typeface="Arial"/>
                <a:cs typeface="Arial"/>
              </a:rPr>
              <a:t>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130">
                <a:latin typeface="Arial"/>
                <a:cs typeface="Arial"/>
              </a:rPr>
              <a:t>p</a:t>
            </a:r>
            <a:r>
              <a:rPr dirty="0" sz="1050" spc="16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a</a:t>
            </a:r>
            <a:r>
              <a:rPr dirty="0" sz="1050" spc="225">
                <a:latin typeface="Arial"/>
                <a:cs typeface="Arial"/>
              </a:rPr>
              <a:t>t</a:t>
            </a:r>
            <a:r>
              <a:rPr dirty="0" sz="1050" spc="195">
                <a:latin typeface="Arial"/>
                <a:cs typeface="Arial"/>
              </a:rPr>
              <a:t>f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75">
                <a:latin typeface="Arial"/>
                <a:cs typeface="Arial"/>
              </a:rPr>
              <a:t>r</a:t>
            </a:r>
            <a:r>
              <a:rPr dirty="0" sz="1050" spc="-21900">
                <a:latin typeface="Arial"/>
                <a:cs typeface="Arial"/>
              </a:rPr>
              <a:t>m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30">
                <a:latin typeface="Arial"/>
                <a:cs typeface="Arial"/>
              </a:rPr>
              <a:t>b</a:t>
            </a:r>
            <a:r>
              <a:rPr dirty="0" sz="1050" spc="165">
                <a:latin typeface="Arial"/>
                <a:cs typeface="Arial"/>
              </a:rPr>
              <a:t>il</a:t>
            </a:r>
            <a:r>
              <a:rPr dirty="0" sz="1050" spc="85">
                <a:latin typeface="Arial"/>
                <a:cs typeface="Arial"/>
              </a:rPr>
              <a:t>e</a:t>
            </a:r>
            <a:r>
              <a:rPr dirty="0" sz="1050" spc="50">
                <a:latin typeface="Arial"/>
                <a:cs typeface="Arial"/>
              </a:rPr>
              <a:t> 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65">
                <a:latin typeface="Arial"/>
                <a:cs typeface="Arial"/>
              </a:rPr>
              <a:t>platform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6670">
                <a:latin typeface="Arial"/>
                <a:cs typeface="Arial"/>
              </a:rPr>
              <a:t>.</a:t>
            </a: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Encryption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0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-12665">
                <a:latin typeface="Tahoma"/>
                <a:cs typeface="Tahoma"/>
              </a:rPr>
              <a:t>:</a:t>
            </a:r>
            <a:r>
              <a:rPr dirty="0" sz="1100" spc="-2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40">
                <a:latin typeface="Tahoma"/>
                <a:cs typeface="Tahoma"/>
              </a:rPr>
              <a:t>n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Security: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Custom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1915">
                <a:latin typeface="Arial"/>
                <a:cs typeface="Arial"/>
              </a:rPr>
              <a:t>8</a:t>
            </a:r>
            <a:r>
              <a:rPr dirty="0" sz="1050" spc="-120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u</a:t>
            </a:r>
            <a:r>
              <a:rPr dirty="0" sz="1050" spc="-45">
                <a:latin typeface="Arial"/>
                <a:cs typeface="Arial"/>
              </a:rPr>
              <a:t>s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R="5587365">
              <a:lnSpc>
                <a:spcPct val="43600"/>
              </a:lnSpc>
              <a:spcBef>
                <a:spcPts val="645"/>
              </a:spcBef>
            </a:pPr>
            <a:r>
              <a:rPr dirty="0" sz="1050">
                <a:latin typeface="Arial"/>
                <a:cs typeface="Arial"/>
              </a:rPr>
              <a:t>layer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secure</a:t>
            </a:r>
            <a:r>
              <a:rPr dirty="0" sz="1050" spc="545">
                <a:latin typeface="Arial"/>
                <a:cs typeface="Arial"/>
              </a:rPr>
              <a:t> </a:t>
            </a:r>
            <a:r>
              <a:rPr dirty="0" sz="1050" spc="-160">
                <a:latin typeface="Arial"/>
                <a:cs typeface="Arial"/>
              </a:rPr>
              <a:t>d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75">
                <a:latin typeface="Arial"/>
                <a:cs typeface="Arial"/>
              </a:rPr>
              <a:t>t</a:t>
            </a:r>
            <a:r>
              <a:rPr dirty="0" sz="1050" spc="-22615">
                <a:latin typeface="Arial"/>
                <a:cs typeface="Arial"/>
              </a:rPr>
              <a:t>a</a:t>
            </a:r>
            <a:r>
              <a:rPr dirty="0" sz="1050" spc="-135">
                <a:latin typeface="Arial"/>
                <a:cs typeface="Arial"/>
              </a:rPr>
              <a:t>l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195">
                <a:latin typeface="Arial"/>
                <a:cs typeface="Arial"/>
              </a:rPr>
              <a:t>y</a:t>
            </a:r>
            <a:r>
              <a:rPr dirty="0" sz="1050" spc="-195">
                <a:latin typeface="Arial"/>
                <a:cs typeface="Arial"/>
              </a:rPr>
              <a:t>e</a:t>
            </a:r>
            <a:r>
              <a:rPr dirty="0" sz="1050" spc="-114">
                <a:latin typeface="Arial"/>
                <a:cs typeface="Arial"/>
              </a:rPr>
              <a:t>r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secure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data </a:t>
            </a:r>
            <a:r>
              <a:rPr dirty="0" sz="1050">
                <a:latin typeface="Arial"/>
                <a:cs typeface="Arial"/>
              </a:rPr>
              <a:t>transmission</a:t>
            </a:r>
            <a:r>
              <a:rPr dirty="0" sz="1050" spc="1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and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-9420">
                <a:latin typeface="Arial"/>
                <a:cs typeface="Arial"/>
              </a:rPr>
              <a:t>a</a:t>
            </a:r>
            <a:r>
              <a:rPr dirty="0" sz="1050" spc="140">
                <a:latin typeface="Arial"/>
                <a:cs typeface="Arial"/>
              </a:rPr>
              <a:t>t</a:t>
            </a:r>
            <a:r>
              <a:rPr dirty="0" sz="1050" spc="90">
                <a:latin typeface="Arial"/>
                <a:cs typeface="Arial"/>
              </a:rPr>
              <a:t>r</a:t>
            </a:r>
            <a:r>
              <a:rPr dirty="0" sz="1050" spc="-10">
                <a:latin typeface="Arial"/>
                <a:cs typeface="Arial"/>
              </a:rPr>
              <a:t>a</a:t>
            </a:r>
            <a:r>
              <a:rPr dirty="0" sz="1050" spc="6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s</a:t>
            </a:r>
            <a:r>
              <a:rPr dirty="0" sz="1050" spc="65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-55">
                <a:latin typeface="Arial"/>
                <a:cs typeface="Arial"/>
              </a:rPr>
              <a:t>ss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6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and </a:t>
            </a:r>
            <a:r>
              <a:rPr dirty="0" sz="1050" spc="114">
                <a:latin typeface="Arial"/>
                <a:cs typeface="Arial"/>
              </a:rPr>
              <a:t>a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-7134">
                <a:latin typeface="Arial"/>
                <a:cs typeface="Arial"/>
              </a:rPr>
              <a:t>.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Cloud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55">
                <a:latin typeface="Tahoma"/>
                <a:cs typeface="Tahoma"/>
              </a:rPr>
              <a:t>i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>
                <a:latin typeface="Tahoma"/>
                <a:cs typeface="Tahoma"/>
              </a:rPr>
              <a:t>s</a:t>
            </a:r>
            <a:r>
              <a:rPr dirty="0" sz="1100" spc="-7875">
                <a:latin typeface="Tahoma"/>
                <a:cs typeface="Tahoma"/>
              </a:rPr>
              <a:t>:</a:t>
            </a:r>
            <a:r>
              <a:rPr dirty="0" sz="1100" spc="-20">
                <a:latin typeface="Tahoma"/>
                <a:cs typeface="Tahoma"/>
              </a:rPr>
              <a:t>C</a:t>
            </a:r>
            <a:r>
              <a:rPr dirty="0" sz="1100" spc="55">
                <a:latin typeface="Tahoma"/>
                <a:cs typeface="Tahoma"/>
              </a:rPr>
              <a:t>l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45">
                <a:latin typeface="Tahoma"/>
                <a:cs typeface="Tahoma"/>
              </a:rPr>
              <a:t>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Services: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MySQL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21310">
                <a:latin typeface="Arial"/>
                <a:cs typeface="Arial"/>
              </a:rPr>
              <a:t>t</a:t>
            </a:r>
            <a:r>
              <a:rPr dirty="0" sz="1050" spc="160">
                <a:latin typeface="Arial"/>
                <a:cs typeface="Arial"/>
              </a:rPr>
              <a:t>M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130">
                <a:latin typeface="Arial"/>
                <a:cs typeface="Arial"/>
              </a:rPr>
              <a:t>S</a:t>
            </a:r>
            <a:r>
              <a:rPr dirty="0" sz="1050" spc="5">
                <a:latin typeface="Arial"/>
                <a:cs typeface="Arial"/>
              </a:rPr>
              <a:t>Q</a:t>
            </a:r>
            <a:r>
              <a:rPr dirty="0" sz="1050" spc="-60">
                <a:latin typeface="Arial"/>
                <a:cs typeface="Arial"/>
              </a:rPr>
              <a:t>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management</a:t>
            </a:r>
            <a:endParaRPr sz="1050">
              <a:latin typeface="Arial"/>
              <a:cs typeface="Arial"/>
            </a:endParaRPr>
          </a:p>
          <a:p>
            <a:pPr marL="3716654" marR="344170" indent="-3717290">
              <a:lnSpc>
                <a:spcPts val="1480"/>
              </a:lnSpc>
              <a:spcBef>
                <a:spcPts val="100"/>
              </a:spcBef>
              <a:tabLst>
                <a:tab pos="3716654" algn="l"/>
              </a:tabLst>
            </a:pP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15965">
                <a:latin typeface="Arial"/>
                <a:cs typeface="Arial"/>
              </a:rPr>
              <a:t>s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7940">
                <a:latin typeface="Tahoma"/>
                <a:cs typeface="Tahoma"/>
              </a:rPr>
              <a:t>: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45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a</a:t>
            </a:r>
            <a:r>
              <a:rPr dirty="0" sz="1050" spc="25">
                <a:latin typeface="Arial"/>
                <a:cs typeface="Arial"/>
              </a:rPr>
              <a:t>n</a:t>
            </a:r>
            <a:r>
              <a:rPr dirty="0" sz="1050" spc="2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26135">
                <a:latin typeface="Arial"/>
                <a:cs typeface="Arial"/>
              </a:rPr>
              <a:t>n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557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3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16455">
                <a:latin typeface="Arial"/>
                <a:cs typeface="Arial"/>
              </a:rPr>
              <a:t>e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1090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35"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3505835">
              <a:lnSpc>
                <a:spcPts val="1130"/>
              </a:lnSpc>
            </a:pPr>
            <a:r>
              <a:rPr dirty="0" sz="800" spc="-525">
                <a:latin typeface="Lucida Sans Unicode"/>
                <a:cs typeface="Lucida Sans Unicode"/>
              </a:rPr>
              <a:t>3</a:t>
            </a:r>
            <a:r>
              <a:rPr dirty="0" sz="800" spc="-38875">
                <a:solidFill>
                  <a:srgbClr val="AAAAAA"/>
                </a:solidFill>
                <a:latin typeface="Lucida Sans Unicode"/>
                <a:cs typeface="Lucida Sans Unicode"/>
              </a:rPr>
              <a:t>3</a:t>
            </a:r>
            <a:r>
              <a:rPr dirty="0" sz="950" spc="-5">
                <a:latin typeface="Calibri"/>
                <a:cs typeface="Calibri"/>
              </a:rPr>
              <a:t>@</a:t>
            </a:r>
            <a:r>
              <a:rPr dirty="0" sz="950" spc="-10">
                <a:latin typeface="Calibri"/>
                <a:cs typeface="Calibri"/>
              </a:rPr>
              <a:t>S</a:t>
            </a:r>
            <a:r>
              <a:rPr dirty="0" sz="950" spc="-30">
                <a:latin typeface="Calibri"/>
                <a:cs typeface="Calibri"/>
              </a:rPr>
              <a:t>I</a:t>
            </a:r>
            <a:r>
              <a:rPr dirty="0" sz="950" spc="-75">
                <a:latin typeface="Calibri"/>
                <a:cs typeface="Calibri"/>
              </a:rPr>
              <a:t>H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65">
                <a:latin typeface="Calibri"/>
                <a:cs typeface="Calibri"/>
              </a:rPr>
              <a:t>Idea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60">
                <a:latin typeface="Calibri"/>
                <a:cs typeface="Calibri"/>
              </a:rPr>
              <a:t>submission-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95">
                <a:latin typeface="Calibri"/>
                <a:cs typeface="Calibri"/>
              </a:rPr>
              <a:t>T</a:t>
            </a:r>
            <a:r>
              <a:rPr dirty="0" sz="950" spc="-85">
                <a:latin typeface="Calibri"/>
                <a:cs typeface="Calibri"/>
              </a:rPr>
              <a:t>e</a:t>
            </a:r>
            <a:r>
              <a:rPr dirty="0" sz="950" spc="-110">
                <a:latin typeface="Calibri"/>
                <a:cs typeface="Calibri"/>
              </a:rPr>
              <a:t>m</a:t>
            </a:r>
            <a:r>
              <a:rPr dirty="0" sz="950" spc="-85">
                <a:latin typeface="Calibri"/>
                <a:cs typeface="Calibri"/>
              </a:rPr>
              <a:t>p</a:t>
            </a:r>
            <a:r>
              <a:rPr dirty="0" sz="950" spc="-35">
                <a:latin typeface="Calibri"/>
                <a:cs typeface="Calibri"/>
              </a:rPr>
              <a:t>l</a:t>
            </a:r>
            <a:r>
              <a:rPr dirty="0" sz="950" spc="-85">
                <a:latin typeface="Calibri"/>
                <a:cs typeface="Calibri"/>
              </a:rPr>
              <a:t>a</a:t>
            </a:r>
            <a:r>
              <a:rPr dirty="0" sz="950" spc="-60">
                <a:latin typeface="Calibri"/>
                <a:cs typeface="Calibri"/>
              </a:rPr>
              <a:t>t</a:t>
            </a:r>
            <a:r>
              <a:rPr dirty="0" sz="950" spc="-11275">
                <a:latin typeface="Calibri"/>
                <a:cs typeface="Calibri"/>
              </a:rPr>
              <a:t>e</a:t>
            </a:r>
            <a:r>
              <a:rPr dirty="0" sz="950" spc="25">
                <a:solidFill>
                  <a:srgbClr val="AAAAAA"/>
                </a:solidFill>
                <a:latin typeface="Calibri"/>
                <a:cs typeface="Calibri"/>
              </a:rPr>
              <a:t>@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S</a:t>
            </a:r>
            <a:r>
              <a:rPr dirty="0" sz="950" spc="-40">
                <a:solidFill>
                  <a:srgbClr val="AAAAAA"/>
                </a:solidFill>
                <a:latin typeface="Calibri"/>
                <a:cs typeface="Calibri"/>
              </a:rPr>
              <a:t>I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H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5">
                <a:solidFill>
                  <a:srgbClr val="AAAAAA"/>
                </a:solidFill>
                <a:latin typeface="Calibri"/>
                <a:cs typeface="Calibri"/>
              </a:rPr>
              <a:t>Idea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submission-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AAAAA"/>
                </a:solidFill>
                <a:latin typeface="Calibri"/>
                <a:cs typeface="Calibri"/>
              </a:rPr>
              <a:t>Template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54"/>
            <a:ext cx="9525000" cy="5358130"/>
            <a:chOff x="0" y="254"/>
            <a:chExt cx="9525000" cy="53581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3" y="254"/>
              <a:ext cx="9506586" cy="12446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" y="123823"/>
              <a:ext cx="9511230" cy="5234507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0" y="219076"/>
            <a:ext cx="9525000" cy="5133975"/>
            <a:chOff x="0" y="219076"/>
            <a:chExt cx="9525000" cy="5133975"/>
          </a:xfrm>
        </p:grpSpPr>
        <p:sp>
          <p:nvSpPr>
            <p:cNvPr id="6" name="object 6" descr=""/>
            <p:cNvSpPr/>
            <p:nvPr/>
          </p:nvSpPr>
          <p:spPr>
            <a:xfrm>
              <a:off x="0" y="219076"/>
              <a:ext cx="9525000" cy="5133975"/>
            </a:xfrm>
            <a:custGeom>
              <a:avLst/>
              <a:gdLst/>
              <a:ahLst/>
              <a:cxnLst/>
              <a:rect l="l" t="t" r="r" b="b"/>
              <a:pathLst>
                <a:path w="9525000" h="5133975">
                  <a:moveTo>
                    <a:pt x="9525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525000" y="513397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17532" y="1724025"/>
              <a:ext cx="359410" cy="9525"/>
            </a:xfrm>
            <a:custGeom>
              <a:avLst/>
              <a:gdLst/>
              <a:ahLst/>
              <a:cxnLst/>
              <a:rect l="l" t="t" r="r" b="b"/>
              <a:pathLst>
                <a:path w="359410" h="9525">
                  <a:moveTo>
                    <a:pt x="359092" y="0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2900" y="9525"/>
                  </a:lnTo>
                  <a:lnTo>
                    <a:pt x="359092" y="9525"/>
                  </a:lnTo>
                  <a:lnTo>
                    <a:pt x="359092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76238"/>
                  </a:lnTo>
                  <a:lnTo>
                    <a:pt x="0" y="380658"/>
                  </a:lnTo>
                  <a:lnTo>
                    <a:pt x="28917" y="409576"/>
                  </a:lnTo>
                  <a:lnTo>
                    <a:pt x="7333907" y="409576"/>
                  </a:lnTo>
                  <a:lnTo>
                    <a:pt x="7362825" y="380658"/>
                  </a:lnTo>
                  <a:lnTo>
                    <a:pt x="7362825" y="28917"/>
                  </a:lnTo>
                  <a:lnTo>
                    <a:pt x="7338161" y="83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8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34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38"/>
                  </a:lnTo>
                  <a:lnTo>
                    <a:pt x="7342238" y="2540"/>
                  </a:lnTo>
                  <a:lnTo>
                    <a:pt x="7346327" y="4229"/>
                  </a:lnTo>
                  <a:lnTo>
                    <a:pt x="7349934" y="6642"/>
                  </a:lnTo>
                  <a:lnTo>
                    <a:pt x="7353058" y="9766"/>
                  </a:lnTo>
                  <a:lnTo>
                    <a:pt x="7356183" y="12890"/>
                  </a:lnTo>
                  <a:lnTo>
                    <a:pt x="7358596" y="16497"/>
                  </a:lnTo>
                  <a:lnTo>
                    <a:pt x="7360285" y="20574"/>
                  </a:lnTo>
                  <a:lnTo>
                    <a:pt x="7361974" y="24663"/>
                  </a:lnTo>
                  <a:lnTo>
                    <a:pt x="7362825" y="28917"/>
                  </a:lnTo>
                  <a:lnTo>
                    <a:pt x="7362825" y="33337"/>
                  </a:lnTo>
                  <a:lnTo>
                    <a:pt x="7362825" y="376238"/>
                  </a:lnTo>
                  <a:lnTo>
                    <a:pt x="7362825" y="380658"/>
                  </a:lnTo>
                  <a:lnTo>
                    <a:pt x="7361974" y="384910"/>
                  </a:lnTo>
                  <a:lnTo>
                    <a:pt x="7360285" y="388993"/>
                  </a:lnTo>
                  <a:lnTo>
                    <a:pt x="7358596" y="393080"/>
                  </a:lnTo>
                  <a:lnTo>
                    <a:pt x="7356183" y="396681"/>
                  </a:lnTo>
                  <a:lnTo>
                    <a:pt x="7353058" y="399807"/>
                  </a:lnTo>
                  <a:lnTo>
                    <a:pt x="7349934" y="402937"/>
                  </a:lnTo>
                  <a:lnTo>
                    <a:pt x="7346327" y="405344"/>
                  </a:lnTo>
                  <a:lnTo>
                    <a:pt x="7342238" y="407036"/>
                  </a:lnTo>
                  <a:lnTo>
                    <a:pt x="7338161" y="408727"/>
                  </a:lnTo>
                  <a:lnTo>
                    <a:pt x="7333907" y="409576"/>
                  </a:lnTo>
                  <a:lnTo>
                    <a:pt x="7329487" y="409576"/>
                  </a:lnTo>
                  <a:lnTo>
                    <a:pt x="33337" y="409576"/>
                  </a:lnTo>
                  <a:lnTo>
                    <a:pt x="28917" y="409576"/>
                  </a:lnTo>
                  <a:lnTo>
                    <a:pt x="24665" y="408727"/>
                  </a:lnTo>
                  <a:lnTo>
                    <a:pt x="20577" y="407036"/>
                  </a:lnTo>
                  <a:lnTo>
                    <a:pt x="16494" y="405344"/>
                  </a:lnTo>
                  <a:lnTo>
                    <a:pt x="12887" y="402937"/>
                  </a:lnTo>
                  <a:lnTo>
                    <a:pt x="9763" y="399807"/>
                  </a:lnTo>
                  <a:lnTo>
                    <a:pt x="6638" y="396681"/>
                  </a:lnTo>
                  <a:lnTo>
                    <a:pt x="4231" y="393080"/>
                  </a:lnTo>
                  <a:lnTo>
                    <a:pt x="2534" y="388993"/>
                  </a:lnTo>
                  <a:lnTo>
                    <a:pt x="843" y="384910"/>
                  </a:lnTo>
                  <a:lnTo>
                    <a:pt x="0" y="380658"/>
                  </a:lnTo>
                  <a:lnTo>
                    <a:pt x="0" y="376238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49934" y="6637"/>
                  </a:lnTo>
                  <a:lnTo>
                    <a:pt x="7353058" y="9762"/>
                  </a:lnTo>
                  <a:lnTo>
                    <a:pt x="7356183" y="12887"/>
                  </a:lnTo>
                  <a:lnTo>
                    <a:pt x="7358596" y="16494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140047" y="3951149"/>
            <a:ext cx="1244600" cy="652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Sa</a:t>
            </a:r>
            <a:r>
              <a:rPr dirty="0" sz="1100" spc="160">
                <a:solidFill>
                  <a:srgbClr val="AAAAA9"/>
                </a:solidFill>
                <a:latin typeface="Arial"/>
                <a:cs typeface="Arial"/>
              </a:rPr>
              <a:t>v</a:t>
            </a: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900" spc="-50">
                <a:solidFill>
                  <a:srgbClr val="AAAAA9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pr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efe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n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165">
                <a:solidFill>
                  <a:srgbClr val="AAAAA9"/>
                </a:solidFill>
                <a:latin typeface="Lucida Sans Unicode"/>
                <a:cs typeface="Lucida Sans Unicode"/>
              </a:rPr>
              <a:t>Acce</a:t>
            </a:r>
            <a:r>
              <a:rPr dirty="0" sz="1100" spc="165">
                <a:solidFill>
                  <a:srgbClr val="AAAAA9"/>
                </a:solidFill>
                <a:latin typeface="Arial"/>
                <a:cs typeface="Arial"/>
              </a:rPr>
              <a:t>pt</a:t>
            </a:r>
            <a:r>
              <a:rPr dirty="0" sz="1100" spc="-90">
                <a:solidFill>
                  <a:srgbClr val="AAAAA9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AAAAA9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70">
                <a:solidFill>
                  <a:srgbClr val="AAAAA9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2400" y="2305050"/>
            <a:ext cx="8296275" cy="2876550"/>
            <a:chOff x="152400" y="2305050"/>
            <a:chExt cx="8296275" cy="2876550"/>
          </a:xfrm>
        </p:grpSpPr>
        <p:sp>
          <p:nvSpPr>
            <p:cNvPr id="14" name="object 14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2400" y="23050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324100"/>
              <a:ext cx="171450" cy="17145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2400" y="26670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686050"/>
              <a:ext cx="171450" cy="1714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2400" y="30289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1" y="209549"/>
                  </a:lnTo>
                  <a:lnTo>
                    <a:pt x="314328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3048000"/>
              <a:ext cx="171450" cy="17145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9700" y="322816"/>
            <a:ext cx="882205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4100"/>
              </a:lnSpc>
              <a:spcBef>
                <a:spcPts val="90"/>
              </a:spcBef>
            </a:pP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21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purpos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/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die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2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rv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3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lopm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1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2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eci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olo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6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225">
                <a:solidFill>
                  <a:srgbClr val="282828"/>
                </a:solidFill>
                <a:latin typeface="Georgia"/>
                <a:cs typeface="Georgia"/>
              </a:rPr>
              <a:t> 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 marR="165100">
              <a:lnSpc>
                <a:spcPct val="1641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0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IP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2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 spc="1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egi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efe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k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nk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;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qu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750" spc="5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not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ee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pt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defa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ult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los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only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6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i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v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 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ol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ic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endParaRPr sz="800">
              <a:latin typeface="Georgia"/>
              <a:cs typeface="Georgia"/>
            </a:endParaRPr>
          </a:p>
          <a:p>
            <a:pPr marL="12700" marR="7738109">
              <a:lnSpc>
                <a:spcPct val="140600"/>
              </a:lnSpc>
            </a:pP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S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tor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229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efe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n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ce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Thi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d</a:t>
            </a:r>
            <a:r>
              <a:rPr dirty="0" u="sng" sz="800" spc="-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Pa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rt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ie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47434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tor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age</a:t>
            </a:r>
            <a:endParaRPr sz="800">
              <a:latin typeface="Lucida Sans Unicode"/>
              <a:cs typeface="Lucida Sans Unicode"/>
            </a:endParaRPr>
          </a:p>
          <a:p>
            <a:pPr marL="474345" marR="7282180">
              <a:lnSpc>
                <a:spcPct val="2969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g Pe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lyt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52400" y="404812"/>
            <a:ext cx="9187180" cy="3195955"/>
            <a:chOff x="152400" y="404812"/>
            <a:chExt cx="9187180" cy="3195955"/>
          </a:xfrm>
        </p:grpSpPr>
        <p:sp>
          <p:nvSpPr>
            <p:cNvPr id="24" name="object 24" descr=""/>
            <p:cNvSpPr/>
            <p:nvPr/>
          </p:nvSpPr>
          <p:spPr>
            <a:xfrm>
              <a:off x="152400" y="33909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2" y="209549"/>
                  </a:lnTo>
                  <a:lnTo>
                    <a:pt x="314327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3409950"/>
              <a:ext cx="171450" cy="17145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62863" y="400749"/>
            <a:ext cx="8438515" cy="487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865">
              <a:lnSpc>
                <a:spcPts val="2310"/>
              </a:lnSpc>
            </a:pPr>
            <a:r>
              <a:rPr dirty="0" sz="1950" spc="655">
                <a:latin typeface="Times New Roman"/>
                <a:cs typeface="Times New Roman"/>
              </a:rPr>
              <a:t>TECHNICAL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75">
                <a:latin typeface="Times New Roman"/>
                <a:cs typeface="Times New Roman"/>
              </a:rPr>
              <a:t>PP</a:t>
            </a:r>
            <a:r>
              <a:rPr dirty="0" sz="1950" spc="760">
                <a:latin typeface="Times New Roman"/>
                <a:cs typeface="Times New Roman"/>
              </a:rPr>
              <a:t>R</a:t>
            </a:r>
            <a:r>
              <a:rPr dirty="0" sz="1950" spc="740">
                <a:latin typeface="Times New Roman"/>
                <a:cs typeface="Times New Roman"/>
              </a:rPr>
              <a:t>O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-32600">
                <a:latin typeface="Times New Roman"/>
                <a:cs typeface="Times New Roman"/>
              </a:rPr>
              <a:t>H</a:t>
            </a:r>
            <a:r>
              <a:rPr dirty="0" sz="1950" spc="775">
                <a:latin typeface="Times New Roman"/>
                <a:cs typeface="Times New Roman"/>
              </a:rPr>
              <a:t>TE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740">
                <a:latin typeface="Times New Roman"/>
                <a:cs typeface="Times New Roman"/>
              </a:rPr>
              <a:t>H</a:t>
            </a:r>
            <a:r>
              <a:rPr dirty="0" sz="1950" spc="595">
                <a:latin typeface="Times New Roman"/>
                <a:cs typeface="Times New Roman"/>
              </a:rPr>
              <a:t>N</a:t>
            </a:r>
            <a:r>
              <a:rPr dirty="0" sz="1950" spc="825">
                <a:latin typeface="Times New Roman"/>
                <a:cs typeface="Times New Roman"/>
              </a:rPr>
              <a:t>I</a:t>
            </a:r>
            <a:r>
              <a:rPr dirty="0" sz="1950" spc="760">
                <a:latin typeface="Times New Roman"/>
                <a:cs typeface="Times New Roman"/>
              </a:rPr>
              <a:t>C</a:t>
            </a:r>
            <a:r>
              <a:rPr dirty="0" sz="1950" spc="595">
                <a:latin typeface="Times New Roman"/>
                <a:cs typeface="Times New Roman"/>
              </a:rPr>
              <a:t>A</a:t>
            </a:r>
            <a:r>
              <a:rPr dirty="0" sz="1950" spc="785">
                <a:latin typeface="Times New Roman"/>
                <a:cs typeface="Times New Roman"/>
              </a:rPr>
              <a:t>L</a:t>
            </a:r>
            <a:r>
              <a:rPr dirty="0" sz="1950">
                <a:latin typeface="Times New Roman"/>
                <a:cs typeface="Times New Roman"/>
              </a:rPr>
              <a:t> 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10">
                <a:latin typeface="Times New Roman"/>
                <a:cs typeface="Times New Roman"/>
              </a:rPr>
              <a:t>PP</a:t>
            </a:r>
            <a:r>
              <a:rPr dirty="0" sz="1950" spc="395">
                <a:latin typeface="Times New Roman"/>
                <a:cs typeface="Times New Roman"/>
              </a:rPr>
              <a:t>R</a:t>
            </a:r>
            <a:r>
              <a:rPr dirty="0" sz="1950" spc="415">
                <a:latin typeface="Times New Roman"/>
                <a:cs typeface="Times New Roman"/>
              </a:rPr>
              <a:t>O</a:t>
            </a:r>
            <a:r>
              <a:rPr dirty="0" sz="1950" spc="270">
                <a:latin typeface="Times New Roman"/>
                <a:cs typeface="Times New Roman"/>
              </a:rPr>
              <a:t>A</a:t>
            </a:r>
            <a:r>
              <a:rPr dirty="0" sz="1950" spc="395">
                <a:latin typeface="Times New Roman"/>
                <a:cs typeface="Times New Roman"/>
              </a:rPr>
              <a:t>C</a:t>
            </a:r>
            <a:r>
              <a:rPr dirty="0" sz="1950" spc="-48960">
                <a:latin typeface="Times New Roman"/>
                <a:cs typeface="Times New Roman"/>
              </a:rPr>
              <a:t>H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10125">
                <a:latin typeface="Arial"/>
                <a:cs typeface="Arial"/>
              </a:rPr>
              <a:t>X</a:t>
            </a:r>
            <a:r>
              <a:rPr dirty="0" baseline="-13888" sz="1800" spc="-615">
                <a:latin typeface="Arial"/>
                <a:cs typeface="Arial"/>
              </a:rPr>
              <a:t>C</a:t>
            </a:r>
            <a:r>
              <a:rPr dirty="0" baseline="-13888" sz="1800" spc="-457">
                <a:latin typeface="Arial"/>
                <a:cs typeface="Arial"/>
              </a:rPr>
              <a:t>O</a:t>
            </a:r>
            <a:r>
              <a:rPr dirty="0" baseline="-13888" sz="1800" spc="-427">
                <a:latin typeface="Arial"/>
                <a:cs typeface="Arial"/>
              </a:rPr>
              <a:t>D</a:t>
            </a:r>
            <a:r>
              <a:rPr dirty="0" baseline="-13888" sz="1800" spc="-607">
                <a:latin typeface="Arial"/>
                <a:cs typeface="Arial"/>
              </a:rPr>
              <a:t>E</a:t>
            </a:r>
            <a:r>
              <a:rPr dirty="0" baseline="-13888" sz="1800" spc="-652">
                <a:latin typeface="Arial"/>
                <a:cs typeface="Arial"/>
              </a:rPr>
              <a:t>S</a:t>
            </a:r>
            <a:r>
              <a:rPr dirty="0" baseline="-13888" sz="1800" spc="-480">
                <a:latin typeface="Arial"/>
                <a:cs typeface="Arial"/>
              </a:rPr>
              <a:t>T</a:t>
            </a:r>
            <a:r>
              <a:rPr dirty="0" baseline="-13888" sz="1800" spc="-577">
                <a:latin typeface="Arial"/>
                <a:cs typeface="Arial"/>
              </a:rPr>
              <a:t>R</a:t>
            </a:r>
            <a:r>
              <a:rPr dirty="0" baseline="-13888" sz="1800" spc="-307">
                <a:latin typeface="Arial"/>
                <a:cs typeface="Arial"/>
              </a:rPr>
              <a:t>I</a:t>
            </a:r>
            <a:r>
              <a:rPr dirty="0" baseline="-13888" sz="1800" spc="-517">
                <a:latin typeface="Arial"/>
                <a:cs typeface="Arial"/>
              </a:rPr>
              <a:t>X</a:t>
            </a:r>
            <a:endParaRPr baseline="-13888"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 marL="3801110">
              <a:lnSpc>
                <a:spcPts val="1250"/>
              </a:lnSpc>
              <a:spcBef>
                <a:spcPts val="1555"/>
              </a:spcBef>
            </a:pPr>
            <a:r>
              <a:rPr dirty="0" sz="1100">
                <a:latin typeface="Tahoma"/>
                <a:cs typeface="Tahoma"/>
              </a:rPr>
              <a:t>PROCESS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FLOW </a:t>
            </a:r>
            <a:r>
              <a:rPr dirty="0" sz="1100" spc="90">
                <a:latin typeface="Tahoma"/>
                <a:cs typeface="Tahoma"/>
              </a:rPr>
              <a:t>A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25">
                <a:latin typeface="Tahoma"/>
                <a:cs typeface="Tahoma"/>
              </a:rPr>
              <a:t>H</a:t>
            </a:r>
            <a:r>
              <a:rPr dirty="0" sz="1100" spc="-85">
                <a:latin typeface="Tahoma"/>
                <a:cs typeface="Tahoma"/>
              </a:rPr>
              <a:t>I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-15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-40">
                <a:latin typeface="Tahoma"/>
                <a:cs typeface="Tahoma"/>
              </a:rPr>
              <a:t>T</a:t>
            </a:r>
            <a:r>
              <a:rPr dirty="0" sz="1100" spc="80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R</a:t>
            </a:r>
            <a:r>
              <a:rPr dirty="0" sz="1100" spc="-16100">
                <a:latin typeface="Tahoma"/>
                <a:cs typeface="Tahoma"/>
              </a:rPr>
              <a:t>E</a:t>
            </a:r>
            <a:r>
              <a:rPr dirty="0" sz="1100" spc="45">
                <a:solidFill>
                  <a:srgbClr val="2B4669"/>
                </a:solidFill>
                <a:latin typeface="Tahoma"/>
                <a:cs typeface="Tahoma"/>
              </a:rPr>
              <a:t>P</a:t>
            </a:r>
            <a:r>
              <a:rPr dirty="0" sz="1100" spc="5">
                <a:solidFill>
                  <a:srgbClr val="2B4669"/>
                </a:solidFill>
                <a:latin typeface="Tahoma"/>
                <a:cs typeface="Tahoma"/>
              </a:rPr>
              <a:t>R</a:t>
            </a:r>
            <a:r>
              <a:rPr dirty="0" sz="1100" spc="50">
                <a:solidFill>
                  <a:srgbClr val="2B4669"/>
                </a:solidFill>
                <a:latin typeface="Tahoma"/>
                <a:cs typeface="Tahoma"/>
              </a:rPr>
              <a:t>O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C</a:t>
            </a:r>
            <a:r>
              <a:rPr dirty="0" sz="1100" spc="-15">
                <a:solidFill>
                  <a:srgbClr val="2B4669"/>
                </a:solidFill>
                <a:latin typeface="Tahoma"/>
                <a:cs typeface="Tahoma"/>
              </a:rPr>
              <a:t>E</a:t>
            </a:r>
            <a:r>
              <a:rPr dirty="0" sz="1100" spc="-30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-35">
                <a:solidFill>
                  <a:srgbClr val="2B4669"/>
                </a:solidFill>
                <a:latin typeface="Tahoma"/>
                <a:cs typeface="Tahoma"/>
              </a:rPr>
              <a:t>S</a:t>
            </a:r>
            <a:r>
              <a:rPr dirty="0" sz="1100" spc="1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B4669"/>
                </a:solidFill>
                <a:latin typeface="Tahoma"/>
                <a:cs typeface="Tahoma"/>
              </a:rPr>
              <a:t>FLOW</a:t>
            </a:r>
            <a:r>
              <a:rPr dirty="0" sz="1100" spc="-5">
                <a:solidFill>
                  <a:srgbClr val="2B466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B4669"/>
                </a:solidFill>
                <a:latin typeface="Tahoma"/>
                <a:cs typeface="Tahoma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ts val="1250"/>
              </a:lnSpc>
            </a:pPr>
            <a:r>
              <a:rPr dirty="0" sz="1100" spc="50">
                <a:latin typeface="Tahoma"/>
                <a:cs typeface="Tahoma"/>
              </a:rPr>
              <a:t>Algorithm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40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2855">
                <a:latin typeface="Tahoma"/>
                <a:cs typeface="Tahoma"/>
              </a:rPr>
              <a:t>:</a:t>
            </a:r>
            <a:r>
              <a:rPr dirty="0" sz="1100" spc="75">
                <a:latin typeface="Tahoma"/>
                <a:cs typeface="Tahoma"/>
              </a:rPr>
              <a:t>A</a:t>
            </a:r>
            <a:r>
              <a:rPr dirty="0" sz="1100" spc="70">
                <a:latin typeface="Tahoma"/>
                <a:cs typeface="Tahoma"/>
              </a:rPr>
              <a:t>l</a:t>
            </a:r>
            <a:r>
              <a:rPr dirty="0" sz="1100" spc="-30">
                <a:latin typeface="Tahoma"/>
                <a:cs typeface="Tahoma"/>
              </a:rPr>
              <a:t>g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60">
                <a:latin typeface="Tahoma"/>
                <a:cs typeface="Tahoma"/>
              </a:rPr>
              <a:t>r</a:t>
            </a:r>
            <a:r>
              <a:rPr dirty="0" sz="1100" spc="70">
                <a:latin typeface="Tahoma"/>
                <a:cs typeface="Tahoma"/>
              </a:rPr>
              <a:t>i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h</a:t>
            </a:r>
            <a:r>
              <a:rPr dirty="0" sz="1100" spc="45">
                <a:latin typeface="Tahoma"/>
                <a:cs typeface="Tahoma"/>
              </a:rPr>
              <a:t>m</a:t>
            </a:r>
            <a:r>
              <a:rPr dirty="0" sz="1100" spc="-10">
                <a:latin typeface="Tahoma"/>
                <a:cs typeface="Tahoma"/>
              </a:rPr>
              <a:t> Development:</a:t>
            </a:r>
            <a:endParaRPr sz="1100">
              <a:latin typeface="Tahoma"/>
              <a:cs typeface="Tahoma"/>
            </a:endParaRPr>
          </a:p>
          <a:p>
            <a:pPr marR="5569585">
              <a:lnSpc>
                <a:spcPts val="1510"/>
              </a:lnSpc>
              <a:spcBef>
                <a:spcPts val="65"/>
              </a:spcBef>
            </a:pPr>
            <a:r>
              <a:rPr dirty="0" sz="1050">
                <a:latin typeface="Arial"/>
                <a:cs typeface="Arial"/>
              </a:rPr>
              <a:t>Next.js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Core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technol</a:t>
            </a:r>
            <a:r>
              <a:rPr dirty="0" sz="1050" spc="35">
                <a:latin typeface="Arial"/>
                <a:cs typeface="Arial"/>
                <a:hlinkClick r:id="rId5"/>
              </a:rPr>
              <a:t>ogies</a:t>
            </a:r>
            <a:r>
              <a:rPr dirty="0" sz="1050" spc="400">
                <a:latin typeface="Arial"/>
                <a:cs typeface="Arial"/>
                <a:hlinkClick r:id="rId5"/>
              </a:rPr>
              <a:t> </a:t>
            </a:r>
            <a:r>
              <a:rPr dirty="0" sz="1050" spc="-200">
                <a:latin typeface="Arial"/>
                <a:cs typeface="Arial"/>
                <a:hlinkClick r:id="rId5"/>
              </a:rPr>
              <a:t>u</a:t>
            </a:r>
            <a:r>
              <a:rPr dirty="0" sz="1050" spc="-315">
                <a:latin typeface="Arial"/>
                <a:cs typeface="Arial"/>
                <a:hlinkClick r:id="rId5"/>
              </a:rPr>
              <a:t>s</a:t>
            </a:r>
            <a:r>
              <a:rPr dirty="0" sz="1050" spc="-235">
                <a:latin typeface="Arial"/>
                <a:cs typeface="Arial"/>
                <a:hlinkClick r:id="rId5"/>
              </a:rPr>
              <a:t>e</a:t>
            </a:r>
            <a:r>
              <a:rPr dirty="0" sz="1050" spc="-22735">
                <a:latin typeface="Arial"/>
                <a:cs typeface="Arial"/>
                <a:hlinkClick r:id="rId5"/>
              </a:rPr>
              <a:t>d</a:t>
            </a:r>
            <a:r>
              <a:rPr dirty="0" sz="1050" spc="-240">
                <a:latin typeface="Arial"/>
                <a:cs typeface="Arial"/>
              </a:rPr>
              <a:t>Ne</a:t>
            </a:r>
            <a:r>
              <a:rPr dirty="0" sz="1050" spc="-250">
                <a:latin typeface="Arial"/>
                <a:cs typeface="Arial"/>
              </a:rPr>
              <a:t>x</a:t>
            </a:r>
            <a:r>
              <a:rPr dirty="0" sz="1050" spc="-125">
                <a:latin typeface="Arial"/>
                <a:cs typeface="Arial"/>
              </a:rPr>
              <a:t>t</a:t>
            </a:r>
            <a:r>
              <a:rPr dirty="0" sz="1050" spc="-225">
                <a:latin typeface="Arial"/>
                <a:cs typeface="Arial"/>
              </a:rPr>
              <a:t>.</a:t>
            </a:r>
            <a:r>
              <a:rPr dirty="0" sz="1050" spc="-180">
                <a:latin typeface="Arial"/>
                <a:cs typeface="Arial"/>
              </a:rPr>
              <a:t>j</a:t>
            </a:r>
            <a:r>
              <a:rPr dirty="0" sz="1050" spc="-305">
                <a:latin typeface="Arial"/>
                <a:cs typeface="Arial"/>
              </a:rPr>
              <a:t>s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150">
                <a:latin typeface="Arial"/>
                <a:cs typeface="Arial"/>
              </a:rPr>
              <a:t>&amp;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Express.js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 Core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technol</a:t>
            </a:r>
            <a:r>
              <a:rPr dirty="0" sz="1050" spc="45">
                <a:latin typeface="Arial"/>
                <a:cs typeface="Arial"/>
                <a:hlinkClick r:id="rId5"/>
              </a:rPr>
              <a:t>ogies</a:t>
            </a:r>
            <a:r>
              <a:rPr dirty="0" sz="1050" spc="-5">
                <a:latin typeface="Arial"/>
                <a:cs typeface="Arial"/>
                <a:hlinkClick r:id="rId5"/>
              </a:rPr>
              <a:t> </a:t>
            </a:r>
            <a:r>
              <a:rPr dirty="0" sz="1050" spc="-20">
                <a:latin typeface="Arial"/>
                <a:cs typeface="Arial"/>
                <a:hlinkClick r:id="rId5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65">
                <a:latin typeface="Arial"/>
                <a:cs typeface="Arial"/>
              </a:rPr>
              <a:t>A</a:t>
            </a:r>
            <a:r>
              <a:rPr dirty="0" sz="1050" spc="17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g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85">
                <a:latin typeface="Arial"/>
                <a:cs typeface="Arial"/>
              </a:rPr>
              <a:t>r</a:t>
            </a:r>
            <a:r>
              <a:rPr dirty="0" sz="1050" spc="175">
                <a:latin typeface="Arial"/>
                <a:cs typeface="Arial"/>
              </a:rPr>
              <a:t>i</a:t>
            </a:r>
            <a:r>
              <a:rPr dirty="0" sz="1050" spc="235">
                <a:latin typeface="Arial"/>
                <a:cs typeface="Arial"/>
              </a:rPr>
              <a:t>t</a:t>
            </a:r>
            <a:r>
              <a:rPr dirty="0" sz="1050" spc="140">
                <a:latin typeface="Arial"/>
                <a:cs typeface="Arial"/>
              </a:rPr>
              <a:t>h</a:t>
            </a:r>
            <a:r>
              <a:rPr dirty="0" sz="1050" spc="130">
                <a:latin typeface="Arial"/>
                <a:cs typeface="Arial"/>
              </a:rPr>
              <a:t>m</a:t>
            </a:r>
            <a:r>
              <a:rPr dirty="0" sz="1050" spc="-17225">
                <a:latin typeface="Arial"/>
                <a:cs typeface="Arial"/>
              </a:rPr>
              <a:t>.</a:t>
            </a:r>
            <a:r>
              <a:rPr dirty="0" sz="1050" spc="204">
                <a:latin typeface="Arial"/>
                <a:cs typeface="Arial"/>
              </a:rPr>
              <a:t>f</a:t>
            </a:r>
            <a:r>
              <a:rPr dirty="0" sz="1050" spc="140">
                <a:latin typeface="Arial"/>
                <a:cs typeface="Arial"/>
              </a:rPr>
              <a:t>o</a:t>
            </a:r>
            <a:r>
              <a:rPr dirty="0" sz="1050" spc="190">
                <a:latin typeface="Arial"/>
                <a:cs typeface="Arial"/>
              </a:rPr>
              <a:t>r</a:t>
            </a:r>
            <a:r>
              <a:rPr dirty="0" sz="1050" spc="45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developing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Algorithm.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 spc="80">
                <a:latin typeface="Tahoma"/>
                <a:cs typeface="Tahoma"/>
              </a:rPr>
              <a:t>Mobile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">
                <a:latin typeface="Tahoma"/>
                <a:cs typeface="Tahoma"/>
              </a:rPr>
              <a:t>D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75">
                <a:latin typeface="Tahoma"/>
                <a:cs typeface="Tahoma"/>
              </a:rPr>
              <a:t>l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35">
                <a:latin typeface="Tahoma"/>
                <a:cs typeface="Tahoma"/>
              </a:rPr>
              <a:t>m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70">
                <a:latin typeface="Tahoma"/>
                <a:cs typeface="Tahoma"/>
              </a:rPr>
              <a:t>t</a:t>
            </a:r>
            <a:r>
              <a:rPr dirty="0" sz="1100" spc="-17510">
                <a:latin typeface="Tahoma"/>
                <a:cs typeface="Tahoma"/>
              </a:rPr>
              <a:t>:</a:t>
            </a:r>
            <a:r>
              <a:rPr dirty="0" sz="1100" spc="200">
                <a:latin typeface="Tahoma"/>
                <a:cs typeface="Tahoma"/>
              </a:rPr>
              <a:t>M</a:t>
            </a:r>
            <a:r>
              <a:rPr dirty="0" sz="1100" spc="50">
                <a:latin typeface="Tahoma"/>
                <a:cs typeface="Tahoma"/>
              </a:rPr>
              <a:t>o</a:t>
            </a:r>
            <a:r>
              <a:rPr dirty="0" sz="1100" spc="35">
                <a:latin typeface="Tahoma"/>
                <a:cs typeface="Tahoma"/>
              </a:rPr>
              <a:t>b</a:t>
            </a:r>
            <a:r>
              <a:rPr dirty="0" sz="1100" spc="75">
                <a:latin typeface="Tahoma"/>
                <a:cs typeface="Tahoma"/>
              </a:rPr>
              <a:t>il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Application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Development: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ahoma"/>
              <a:cs typeface="Tahoma"/>
            </a:endParaRPr>
          </a:p>
          <a:p>
            <a:pPr marR="5633720">
              <a:lnSpc>
                <a:spcPct val="69900"/>
              </a:lnSpc>
              <a:spcBef>
                <a:spcPts val="5"/>
              </a:spcBef>
            </a:pPr>
            <a:r>
              <a:rPr dirty="0" sz="1050" spc="60">
                <a:latin typeface="Arial"/>
                <a:cs typeface="Arial"/>
              </a:rPr>
              <a:t>Flutter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bu</a:t>
            </a:r>
            <a:r>
              <a:rPr dirty="0" sz="1050" spc="80">
                <a:latin typeface="Arial"/>
                <a:cs typeface="Arial"/>
              </a:rPr>
              <a:t>il</a:t>
            </a:r>
            <a:r>
              <a:rPr dirty="0" sz="1050" spc="45">
                <a:latin typeface="Arial"/>
                <a:cs typeface="Arial"/>
              </a:rPr>
              <a:t>d</a:t>
            </a:r>
            <a:r>
              <a:rPr dirty="0" sz="1050" spc="80">
                <a:latin typeface="Arial"/>
                <a:cs typeface="Arial"/>
              </a:rPr>
              <a:t>i</a:t>
            </a:r>
            <a:r>
              <a:rPr dirty="0" sz="1050" spc="45">
                <a:latin typeface="Arial"/>
                <a:cs typeface="Arial"/>
              </a:rPr>
              <a:t>n</a:t>
            </a:r>
            <a:r>
              <a:rPr dirty="0" sz="1050" spc="-18825">
                <a:latin typeface="Arial"/>
                <a:cs typeface="Arial"/>
              </a:rPr>
              <a:t>g</a:t>
            </a:r>
            <a:r>
              <a:rPr dirty="0" sz="1050" spc="-110">
                <a:latin typeface="Arial"/>
                <a:cs typeface="Arial"/>
              </a:rPr>
              <a:t>F</a:t>
            </a:r>
            <a:r>
              <a:rPr dirty="0" sz="1050" spc="80">
                <a:latin typeface="Arial"/>
                <a:cs typeface="Arial"/>
              </a:rPr>
              <a:t>l</a:t>
            </a:r>
            <a:r>
              <a:rPr dirty="0" sz="1050" spc="45">
                <a:latin typeface="Arial"/>
                <a:cs typeface="Arial"/>
              </a:rPr>
              <a:t>u</a:t>
            </a:r>
            <a:r>
              <a:rPr dirty="0" sz="1050" spc="140">
                <a:latin typeface="Arial"/>
                <a:cs typeface="Arial"/>
              </a:rPr>
              <a:t>tt</a:t>
            </a:r>
            <a:r>
              <a:rPr dirty="0" sz="1050" spc="5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- </a:t>
            </a:r>
            <a:r>
              <a:rPr dirty="0" sz="1050" spc="55">
                <a:latin typeface="Arial"/>
                <a:cs typeface="Arial"/>
              </a:rPr>
              <a:t>Framework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building</a:t>
            </a:r>
            <a:r>
              <a:rPr dirty="0" sz="1050" spc="95">
                <a:latin typeface="Arial"/>
                <a:cs typeface="Arial"/>
              </a:rPr>
              <a:t> 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 spc="-1705">
                <a:latin typeface="Arial"/>
                <a:cs typeface="Arial"/>
              </a:rPr>
              <a:t>e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h</a:t>
            </a:r>
            <a:r>
              <a:rPr dirty="0" sz="105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mobile </a:t>
            </a:r>
            <a:r>
              <a:rPr dirty="0" sz="1050" spc="50">
                <a:latin typeface="Arial"/>
                <a:cs typeface="Arial"/>
              </a:rPr>
              <a:t>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130">
                <a:latin typeface="Arial"/>
                <a:cs typeface="Arial"/>
              </a:rPr>
              <a:t>p</a:t>
            </a:r>
            <a:r>
              <a:rPr dirty="0" sz="1050" spc="165">
                <a:latin typeface="Arial"/>
                <a:cs typeface="Arial"/>
              </a:rPr>
              <a:t>l</a:t>
            </a:r>
            <a:r>
              <a:rPr dirty="0" sz="1050" spc="60">
                <a:latin typeface="Arial"/>
                <a:cs typeface="Arial"/>
              </a:rPr>
              <a:t>a</a:t>
            </a:r>
            <a:r>
              <a:rPr dirty="0" sz="1050" spc="225">
                <a:latin typeface="Arial"/>
                <a:cs typeface="Arial"/>
              </a:rPr>
              <a:t>t</a:t>
            </a:r>
            <a:r>
              <a:rPr dirty="0" sz="1050" spc="195">
                <a:latin typeface="Arial"/>
                <a:cs typeface="Arial"/>
              </a:rPr>
              <a:t>f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75">
                <a:latin typeface="Arial"/>
                <a:cs typeface="Arial"/>
              </a:rPr>
              <a:t>r</a:t>
            </a:r>
            <a:r>
              <a:rPr dirty="0" sz="1050" spc="-21900">
                <a:latin typeface="Arial"/>
                <a:cs typeface="Arial"/>
              </a:rPr>
              <a:t>m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130">
                <a:latin typeface="Arial"/>
                <a:cs typeface="Arial"/>
              </a:rPr>
              <a:t>o</a:t>
            </a:r>
            <a:r>
              <a:rPr dirty="0" sz="1050" spc="130">
                <a:latin typeface="Arial"/>
                <a:cs typeface="Arial"/>
              </a:rPr>
              <a:t>b</a:t>
            </a:r>
            <a:r>
              <a:rPr dirty="0" sz="1050" spc="165">
                <a:latin typeface="Arial"/>
                <a:cs typeface="Arial"/>
              </a:rPr>
              <a:t>il</a:t>
            </a:r>
            <a:r>
              <a:rPr dirty="0" sz="1050" spc="85">
                <a:latin typeface="Arial"/>
                <a:cs typeface="Arial"/>
              </a:rPr>
              <a:t>e</a:t>
            </a:r>
            <a:r>
              <a:rPr dirty="0" sz="1050" spc="50">
                <a:latin typeface="Arial"/>
                <a:cs typeface="Arial"/>
              </a:rPr>
              <a:t> application,</a:t>
            </a:r>
            <a:r>
              <a:rPr dirty="0" sz="1050" spc="1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ensuring</a:t>
            </a:r>
            <a:r>
              <a:rPr dirty="0" sz="1050" spc="1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cross-</a:t>
            </a:r>
            <a:r>
              <a:rPr dirty="0" sz="1050" spc="65">
                <a:latin typeface="Arial"/>
                <a:cs typeface="Arial"/>
              </a:rPr>
              <a:t>platform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6670">
                <a:latin typeface="Arial"/>
                <a:cs typeface="Arial"/>
              </a:rPr>
              <a:t>.</a:t>
            </a:r>
            <a:r>
              <a:rPr dirty="0" sz="1050" spc="5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m</a:t>
            </a:r>
            <a:r>
              <a:rPr dirty="0" sz="1050" spc="65">
                <a:latin typeface="Arial"/>
                <a:cs typeface="Arial"/>
              </a:rPr>
              <a:t>p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100">
                <a:latin typeface="Arial"/>
                <a:cs typeface="Arial"/>
              </a:rPr>
              <a:t>i</a:t>
            </a:r>
            <a:r>
              <a:rPr dirty="0" sz="1050" spc="65">
                <a:latin typeface="Arial"/>
                <a:cs typeface="Arial"/>
              </a:rPr>
              <a:t>b</a:t>
            </a:r>
            <a:r>
              <a:rPr dirty="0" sz="1050" spc="100">
                <a:latin typeface="Arial"/>
                <a:cs typeface="Arial"/>
              </a:rPr>
              <a:t>ili</a:t>
            </a:r>
            <a:r>
              <a:rPr dirty="0" sz="1050" spc="165">
                <a:latin typeface="Arial"/>
                <a:cs typeface="Arial"/>
              </a:rPr>
              <a:t>t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Encryption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0">
                <a:latin typeface="Tahoma"/>
                <a:cs typeface="Tahoma"/>
              </a:rPr>
              <a:t>e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-12665">
                <a:latin typeface="Tahoma"/>
                <a:cs typeface="Tahoma"/>
              </a:rPr>
              <a:t>:</a:t>
            </a:r>
            <a:r>
              <a:rPr dirty="0" sz="1100" spc="-25">
                <a:latin typeface="Tahoma"/>
                <a:cs typeface="Tahoma"/>
              </a:rPr>
              <a:t>E</a:t>
            </a:r>
            <a:r>
              <a:rPr dirty="0" sz="1100" spc="30">
                <a:latin typeface="Tahoma"/>
                <a:cs typeface="Tahoma"/>
              </a:rPr>
              <a:t>n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y</a:t>
            </a:r>
            <a:r>
              <a:rPr dirty="0" sz="1100" spc="35">
                <a:latin typeface="Tahoma"/>
                <a:cs typeface="Tahoma"/>
              </a:rPr>
              <a:t>p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60">
                <a:latin typeface="Tahoma"/>
                <a:cs typeface="Tahoma"/>
              </a:rPr>
              <a:t>i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40">
                <a:latin typeface="Tahoma"/>
                <a:cs typeface="Tahoma"/>
              </a:rPr>
              <a:t>n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Security: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Custom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1915">
                <a:latin typeface="Arial"/>
                <a:cs typeface="Arial"/>
              </a:rPr>
              <a:t>8</a:t>
            </a:r>
            <a:r>
              <a:rPr dirty="0" sz="1050" spc="-120">
                <a:latin typeface="Arial"/>
                <a:cs typeface="Arial"/>
              </a:rPr>
              <a:t>C</a:t>
            </a:r>
            <a:r>
              <a:rPr dirty="0" sz="1050" spc="70">
                <a:latin typeface="Arial"/>
                <a:cs typeface="Arial"/>
              </a:rPr>
              <a:t>u</a:t>
            </a:r>
            <a:r>
              <a:rPr dirty="0" sz="1050" spc="-45">
                <a:latin typeface="Arial"/>
                <a:cs typeface="Arial"/>
              </a:rPr>
              <a:t>s</a:t>
            </a:r>
            <a:r>
              <a:rPr dirty="0" sz="1050" spc="145">
                <a:latin typeface="Arial"/>
                <a:cs typeface="Arial"/>
              </a:rPr>
              <a:t>t</a:t>
            </a:r>
            <a:r>
              <a:rPr dirty="0" sz="1050" spc="70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algorithm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70">
                <a:latin typeface="Arial"/>
                <a:cs typeface="Arial"/>
              </a:rPr>
              <a:t>powered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55">
                <a:latin typeface="Arial"/>
                <a:cs typeface="Arial"/>
              </a:rPr>
              <a:t>by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R="5587365">
              <a:lnSpc>
                <a:spcPct val="43600"/>
              </a:lnSpc>
              <a:spcBef>
                <a:spcPts val="645"/>
              </a:spcBef>
            </a:pPr>
            <a:r>
              <a:rPr dirty="0" sz="1050">
                <a:latin typeface="Arial"/>
                <a:cs typeface="Arial"/>
              </a:rPr>
              <a:t>layer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secure</a:t>
            </a:r>
            <a:r>
              <a:rPr dirty="0" sz="1050" spc="545">
                <a:latin typeface="Arial"/>
                <a:cs typeface="Arial"/>
              </a:rPr>
              <a:t> </a:t>
            </a:r>
            <a:r>
              <a:rPr dirty="0" sz="1050" spc="-160">
                <a:latin typeface="Arial"/>
                <a:cs typeface="Arial"/>
              </a:rPr>
              <a:t>d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75">
                <a:latin typeface="Arial"/>
                <a:cs typeface="Arial"/>
              </a:rPr>
              <a:t>t</a:t>
            </a:r>
            <a:r>
              <a:rPr dirty="0" sz="1050" spc="-22615">
                <a:latin typeface="Arial"/>
                <a:cs typeface="Arial"/>
              </a:rPr>
              <a:t>a</a:t>
            </a:r>
            <a:r>
              <a:rPr dirty="0" sz="1050" spc="-135">
                <a:latin typeface="Arial"/>
                <a:cs typeface="Arial"/>
              </a:rPr>
              <a:t>l</a:t>
            </a:r>
            <a:r>
              <a:rPr dirty="0" sz="1050" spc="-229">
                <a:latin typeface="Arial"/>
                <a:cs typeface="Arial"/>
              </a:rPr>
              <a:t>a</a:t>
            </a:r>
            <a:r>
              <a:rPr dirty="0" sz="1050" spc="-195">
                <a:latin typeface="Arial"/>
                <a:cs typeface="Arial"/>
              </a:rPr>
              <a:t>y</a:t>
            </a:r>
            <a:r>
              <a:rPr dirty="0" sz="1050" spc="-195">
                <a:latin typeface="Arial"/>
                <a:cs typeface="Arial"/>
              </a:rPr>
              <a:t>e</a:t>
            </a:r>
            <a:r>
              <a:rPr dirty="0" sz="1050" spc="-114">
                <a:latin typeface="Arial"/>
                <a:cs typeface="Arial"/>
              </a:rPr>
              <a:t>r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octa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512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bit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60">
                <a:latin typeface="Arial"/>
                <a:cs typeface="Arial"/>
              </a:rPr>
              <a:t>encryption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for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secure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data </a:t>
            </a:r>
            <a:r>
              <a:rPr dirty="0" sz="1050">
                <a:latin typeface="Arial"/>
                <a:cs typeface="Arial"/>
              </a:rPr>
              <a:t>transmission</a:t>
            </a:r>
            <a:r>
              <a:rPr dirty="0" sz="1050" spc="11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and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-9420">
                <a:latin typeface="Arial"/>
                <a:cs typeface="Arial"/>
              </a:rPr>
              <a:t>a</a:t>
            </a:r>
            <a:r>
              <a:rPr dirty="0" sz="1050" spc="140">
                <a:latin typeface="Arial"/>
                <a:cs typeface="Arial"/>
              </a:rPr>
              <a:t>t</a:t>
            </a:r>
            <a:r>
              <a:rPr dirty="0" sz="1050" spc="90">
                <a:latin typeface="Arial"/>
                <a:cs typeface="Arial"/>
              </a:rPr>
              <a:t>r</a:t>
            </a:r>
            <a:r>
              <a:rPr dirty="0" sz="1050" spc="-10">
                <a:latin typeface="Arial"/>
                <a:cs typeface="Arial"/>
              </a:rPr>
              <a:t>a</a:t>
            </a:r>
            <a:r>
              <a:rPr dirty="0" sz="1050" spc="6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s</a:t>
            </a:r>
            <a:r>
              <a:rPr dirty="0" sz="1050" spc="65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-55">
                <a:latin typeface="Arial"/>
                <a:cs typeface="Arial"/>
              </a:rPr>
              <a:t>ss</a:t>
            </a:r>
            <a:r>
              <a:rPr dirty="0" sz="1050" spc="75">
                <a:latin typeface="Arial"/>
                <a:cs typeface="Arial"/>
              </a:rPr>
              <a:t>i</a:t>
            </a:r>
            <a:r>
              <a:rPr dirty="0" sz="1050" spc="60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and </a:t>
            </a:r>
            <a:r>
              <a:rPr dirty="0" sz="1050" spc="114">
                <a:latin typeface="Arial"/>
                <a:cs typeface="Arial"/>
              </a:rPr>
              <a:t>a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-7134">
                <a:latin typeface="Arial"/>
                <a:cs typeface="Arial"/>
              </a:rPr>
              <a:t>.</a:t>
            </a:r>
            <a:r>
              <a:rPr dirty="0" sz="1050" spc="85">
                <a:latin typeface="Arial"/>
                <a:cs typeface="Arial"/>
              </a:rPr>
              <a:t>u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85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20">
                <a:latin typeface="Arial"/>
                <a:cs typeface="Arial"/>
              </a:rPr>
              <a:t>c</a:t>
            </a:r>
            <a:r>
              <a:rPr dirty="0" sz="1050" spc="15">
                <a:latin typeface="Arial"/>
                <a:cs typeface="Arial"/>
              </a:rPr>
              <a:t>a</a:t>
            </a:r>
            <a:r>
              <a:rPr dirty="0" sz="1050" spc="180">
                <a:latin typeface="Arial"/>
                <a:cs typeface="Arial"/>
              </a:rPr>
              <a:t>t</a:t>
            </a:r>
            <a:r>
              <a:rPr dirty="0" sz="1050" spc="120">
                <a:latin typeface="Arial"/>
                <a:cs typeface="Arial"/>
              </a:rPr>
              <a:t>i</a:t>
            </a:r>
            <a:r>
              <a:rPr dirty="0" sz="1050" spc="85">
                <a:latin typeface="Arial"/>
                <a:cs typeface="Arial"/>
              </a:rPr>
              <a:t>o</a:t>
            </a:r>
            <a:r>
              <a:rPr dirty="0" sz="1050" spc="85">
                <a:latin typeface="Arial"/>
                <a:cs typeface="Arial"/>
              </a:rPr>
              <a:t>n</a:t>
            </a:r>
            <a:r>
              <a:rPr dirty="0" sz="1050" spc="8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Cloud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35">
                <a:latin typeface="Tahoma"/>
                <a:cs typeface="Tahoma"/>
              </a:rPr>
              <a:t>v</a:t>
            </a:r>
            <a:r>
              <a:rPr dirty="0" sz="1100" spc="55">
                <a:latin typeface="Tahoma"/>
                <a:cs typeface="Tahoma"/>
              </a:rPr>
              <a:t>i</a:t>
            </a:r>
            <a:r>
              <a:rPr dirty="0" sz="1100" spc="-10">
                <a:latin typeface="Tahoma"/>
                <a:cs typeface="Tahoma"/>
              </a:rPr>
              <a:t>c</a:t>
            </a:r>
            <a:r>
              <a:rPr dirty="0" sz="1100" spc="35">
                <a:latin typeface="Tahoma"/>
                <a:cs typeface="Tahoma"/>
              </a:rPr>
              <a:t>e</a:t>
            </a:r>
            <a:r>
              <a:rPr dirty="0" sz="1100">
                <a:latin typeface="Tahoma"/>
                <a:cs typeface="Tahoma"/>
              </a:rPr>
              <a:t>s</a:t>
            </a:r>
            <a:r>
              <a:rPr dirty="0" sz="1100" spc="-7875">
                <a:latin typeface="Tahoma"/>
                <a:cs typeface="Tahoma"/>
              </a:rPr>
              <a:t>:</a:t>
            </a:r>
            <a:r>
              <a:rPr dirty="0" sz="1100" spc="-20">
                <a:latin typeface="Tahoma"/>
                <a:cs typeface="Tahoma"/>
              </a:rPr>
              <a:t>C</a:t>
            </a:r>
            <a:r>
              <a:rPr dirty="0" sz="1100" spc="55">
                <a:latin typeface="Tahoma"/>
                <a:cs typeface="Tahoma"/>
              </a:rPr>
              <a:t>l</a:t>
            </a:r>
            <a:r>
              <a:rPr dirty="0" sz="1100" spc="45">
                <a:latin typeface="Tahoma"/>
                <a:cs typeface="Tahoma"/>
              </a:rPr>
              <a:t>o</a:t>
            </a:r>
            <a:r>
              <a:rPr dirty="0" sz="1100" spc="30">
                <a:latin typeface="Tahoma"/>
                <a:cs typeface="Tahoma"/>
              </a:rPr>
              <a:t>u</a:t>
            </a:r>
            <a:r>
              <a:rPr dirty="0" sz="1100" spc="45">
                <a:latin typeface="Tahoma"/>
                <a:cs typeface="Tahoma"/>
              </a:rPr>
              <a:t>d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Services: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Arial"/>
                <a:cs typeface="Arial"/>
              </a:rPr>
              <a:t>MySQL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95">
                <a:latin typeface="Arial"/>
                <a:cs typeface="Arial"/>
              </a:rPr>
              <a:t>m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21310">
                <a:latin typeface="Arial"/>
                <a:cs typeface="Arial"/>
              </a:rPr>
              <a:t>t</a:t>
            </a:r>
            <a:r>
              <a:rPr dirty="0" sz="1050" spc="160">
                <a:latin typeface="Arial"/>
                <a:cs typeface="Arial"/>
              </a:rPr>
              <a:t>M</a:t>
            </a:r>
            <a:r>
              <a:rPr dirty="0" sz="1050" spc="35">
                <a:latin typeface="Arial"/>
                <a:cs typeface="Arial"/>
              </a:rPr>
              <a:t>y</a:t>
            </a:r>
            <a:r>
              <a:rPr dirty="0" sz="1050" spc="-130">
                <a:latin typeface="Arial"/>
                <a:cs typeface="Arial"/>
              </a:rPr>
              <a:t>S</a:t>
            </a:r>
            <a:r>
              <a:rPr dirty="0" sz="1050" spc="5">
                <a:latin typeface="Arial"/>
                <a:cs typeface="Arial"/>
              </a:rPr>
              <a:t>Q</a:t>
            </a:r>
            <a:r>
              <a:rPr dirty="0" sz="1050" spc="-60">
                <a:latin typeface="Arial"/>
                <a:cs typeface="Arial"/>
              </a:rPr>
              <a:t>L</a:t>
            </a:r>
            <a:r>
              <a:rPr dirty="0" sz="1050" spc="1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1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Relational</a:t>
            </a:r>
            <a:r>
              <a:rPr dirty="0" sz="1050" spc="11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database</a:t>
            </a:r>
            <a:r>
              <a:rPr dirty="0" sz="1050" spc="140">
                <a:latin typeface="Arial"/>
                <a:cs typeface="Arial"/>
              </a:rPr>
              <a:t> </a:t>
            </a:r>
            <a:r>
              <a:rPr dirty="0" sz="1050" spc="50">
                <a:latin typeface="Arial"/>
                <a:cs typeface="Arial"/>
              </a:rPr>
              <a:t>management</a:t>
            </a:r>
            <a:endParaRPr sz="1050">
              <a:latin typeface="Arial"/>
              <a:cs typeface="Arial"/>
            </a:endParaRPr>
          </a:p>
          <a:p>
            <a:pPr marL="3716654" marR="344170" indent="-3717290">
              <a:lnSpc>
                <a:spcPts val="1480"/>
              </a:lnSpc>
              <a:spcBef>
                <a:spcPts val="100"/>
              </a:spcBef>
              <a:tabLst>
                <a:tab pos="3716654" algn="l"/>
              </a:tabLst>
            </a:pP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15965">
                <a:latin typeface="Arial"/>
                <a:cs typeface="Arial"/>
              </a:rPr>
              <a:t>s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30">
                <a:latin typeface="Arial"/>
                <a:cs typeface="Arial"/>
              </a:rPr>
              <a:t>-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20">
                <a:latin typeface="Arial"/>
                <a:cs typeface="Arial"/>
              </a:rPr>
              <a:t>H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0">
                <a:latin typeface="Arial"/>
                <a:cs typeface="Arial"/>
              </a:rPr>
              <a:t>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25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P</a:t>
            </a:r>
            <a:r>
              <a:rPr dirty="0" sz="1050" spc="20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7940">
                <a:latin typeface="Tahoma"/>
                <a:cs typeface="Tahoma"/>
              </a:rPr>
              <a:t>:</a:t>
            </a:r>
            <a:r>
              <a:rPr dirty="0" sz="1100" spc="55">
                <a:latin typeface="Tahoma"/>
                <a:cs typeface="Tahoma"/>
              </a:rPr>
              <a:t>P</a:t>
            </a:r>
            <a:r>
              <a:rPr dirty="0" sz="1100" spc="50">
                <a:latin typeface="Tahoma"/>
                <a:cs typeface="Tahoma"/>
              </a:rPr>
              <a:t>r</a:t>
            </a:r>
            <a:r>
              <a:rPr dirty="0" sz="1100" spc="60">
                <a:latin typeface="Tahoma"/>
                <a:cs typeface="Tahoma"/>
              </a:rPr>
              <a:t>o</a:t>
            </a:r>
            <a:r>
              <a:rPr dirty="0" sz="1100" spc="50">
                <a:latin typeface="Tahoma"/>
                <a:cs typeface="Tahoma"/>
              </a:rPr>
              <a:t>d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>
                <a:latin typeface="Tahoma"/>
                <a:cs typeface="Tahoma"/>
              </a:rPr>
              <a:t>c</a:t>
            </a:r>
            <a:r>
              <a:rPr dirty="0" sz="1100" spc="65">
                <a:latin typeface="Tahoma"/>
                <a:cs typeface="Tahoma"/>
              </a:rPr>
              <a:t>t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30">
                <a:latin typeface="Tahoma"/>
                <a:cs typeface="Tahoma"/>
              </a:rPr>
              <a:t>a</a:t>
            </a:r>
            <a:r>
              <a:rPr dirty="0" sz="1100" spc="60">
                <a:latin typeface="Tahoma"/>
                <a:cs typeface="Tahoma"/>
              </a:rPr>
              <a:t>t</a:t>
            </a:r>
            <a:r>
              <a:rPr dirty="0" sz="1100" spc="45">
                <a:latin typeface="Tahoma"/>
                <a:cs typeface="Tahoma"/>
              </a:rPr>
              <a:t>u</a:t>
            </a:r>
            <a:r>
              <a:rPr dirty="0" sz="1100" spc="5">
                <a:latin typeface="Tahoma"/>
                <a:cs typeface="Tahoma"/>
              </a:rPr>
              <a:t>s</a:t>
            </a:r>
            <a:r>
              <a:rPr dirty="0" sz="1100" spc="-45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a</a:t>
            </a:r>
            <a:r>
              <a:rPr dirty="0" sz="1050" spc="25">
                <a:latin typeface="Arial"/>
                <a:cs typeface="Arial"/>
              </a:rPr>
              <a:t>n</a:t>
            </a:r>
            <a:r>
              <a:rPr dirty="0" sz="1050" spc="2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26135">
                <a:latin typeface="Arial"/>
                <a:cs typeface="Arial"/>
              </a:rPr>
              <a:t>n</a:t>
            </a:r>
            <a:r>
              <a:rPr dirty="0" sz="1050" spc="45">
                <a:latin typeface="Arial"/>
                <a:cs typeface="Arial"/>
              </a:rPr>
              <a:t>80</a:t>
            </a:r>
            <a:r>
              <a:rPr dirty="0" sz="1050" spc="-40">
                <a:latin typeface="Arial"/>
                <a:cs typeface="Arial"/>
              </a:rPr>
              <a:t>%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du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120">
                <a:latin typeface="Arial"/>
                <a:cs typeface="Arial"/>
              </a:rPr>
              <a:t>m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45">
                <a:latin typeface="Arial"/>
                <a:cs typeface="Arial"/>
              </a:rPr>
              <a:t>l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90">
                <a:latin typeface="Arial"/>
                <a:cs typeface="Arial"/>
              </a:rPr>
              <a:t>f</a:t>
            </a:r>
            <a:r>
              <a:rPr dirty="0" sz="1050" spc="75">
                <a:latin typeface="Arial"/>
                <a:cs typeface="Arial"/>
              </a:rPr>
              <a:t>u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h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5">
                <a:latin typeface="Arial"/>
                <a:cs typeface="Arial"/>
              </a:rPr>
              <a:t>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bu</a:t>
            </a:r>
            <a:r>
              <a:rPr dirty="0" sz="1050" spc="45">
                <a:latin typeface="Arial"/>
                <a:cs typeface="Arial"/>
              </a:rPr>
              <a:t>il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55">
                <a:latin typeface="Arial"/>
                <a:cs typeface="Arial"/>
              </a:rPr>
              <a:t>n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557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ss</a:t>
            </a:r>
            <a:r>
              <a:rPr dirty="0" sz="1050" spc="20">
                <a:latin typeface="Arial"/>
                <a:cs typeface="Arial"/>
              </a:rPr>
              <a:t>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35">
                <a:latin typeface="Arial"/>
                <a:cs typeface="Arial"/>
              </a:rPr>
              <a:t>T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16455">
                <a:latin typeface="Arial"/>
                <a:cs typeface="Arial"/>
              </a:rPr>
              <a:t>e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5">
                <a:latin typeface="Arial"/>
                <a:cs typeface="Arial"/>
              </a:rPr>
              <a:t>g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70">
                <a:latin typeface="Arial"/>
                <a:cs typeface="Arial"/>
              </a:rPr>
              <a:t>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35">
                <a:latin typeface="Arial"/>
                <a:cs typeface="Arial"/>
              </a:rPr>
              <a:t>v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45">
                <a:latin typeface="Arial"/>
                <a:cs typeface="Arial"/>
              </a:rPr>
              <a:t>li</a:t>
            </a:r>
            <a:r>
              <a:rPr dirty="0" sz="1050" spc="75">
                <a:latin typeface="Arial"/>
                <a:cs typeface="Arial"/>
              </a:rPr>
              <a:t>d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45">
                <a:latin typeface="Arial"/>
                <a:cs typeface="Arial"/>
              </a:rPr>
              <a:t>i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0">
                <a:latin typeface="Arial"/>
                <a:cs typeface="Arial"/>
              </a:rPr>
              <a:t>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p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-50">
                <a:latin typeface="Arial"/>
                <a:cs typeface="Arial"/>
              </a:rPr>
              <a:t>s</a:t>
            </a:r>
            <a:r>
              <a:rPr dirty="0" sz="1050" spc="-40">
                <a:latin typeface="Arial"/>
                <a:cs typeface="Arial"/>
              </a:rPr>
              <a:t>s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a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6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-10900">
                <a:latin typeface="Arial"/>
                <a:cs typeface="Arial"/>
              </a:rPr>
              <a:t>e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20">
                <a:latin typeface="Arial"/>
                <a:cs typeface="Arial"/>
              </a:rPr>
              <a:t>x</a:t>
            </a:r>
            <a:r>
              <a:rPr dirty="0" sz="1050" spc="125">
                <a:latin typeface="Arial"/>
                <a:cs typeface="Arial"/>
              </a:rPr>
              <a:t>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120">
                <a:latin typeface="Arial"/>
                <a:cs typeface="Arial"/>
              </a:rPr>
              <a:t>t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b</a:t>
            </a:r>
            <a:r>
              <a:rPr dirty="0" sz="1050" spc="35">
                <a:latin typeface="Arial"/>
                <a:cs typeface="Arial"/>
              </a:rPr>
              <a:t>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75">
                <a:latin typeface="Arial"/>
                <a:cs typeface="Arial"/>
              </a:rPr>
              <a:t>und</a:t>
            </a:r>
            <a:r>
              <a:rPr dirty="0" sz="1050" spc="40">
                <a:latin typeface="Arial"/>
                <a:cs typeface="Arial"/>
              </a:rPr>
              <a:t>e</a:t>
            </a:r>
            <a:r>
              <a:rPr dirty="0" sz="1050" spc="80">
                <a:latin typeface="Arial"/>
                <a:cs typeface="Arial"/>
              </a:rPr>
              <a:t>r</a:t>
            </a:r>
            <a:r>
              <a:rPr dirty="0" sz="1050" spc="-5">
                <a:latin typeface="Arial"/>
                <a:cs typeface="Arial"/>
              </a:rPr>
              <a:t>g</a:t>
            </a:r>
            <a:r>
              <a:rPr dirty="0" sz="1050" spc="75">
                <a:latin typeface="Arial"/>
                <a:cs typeface="Arial"/>
              </a:rPr>
              <a:t>o</a:t>
            </a:r>
            <a:r>
              <a:rPr dirty="0" sz="1050" spc="75">
                <a:latin typeface="Arial"/>
                <a:cs typeface="Arial"/>
              </a:rPr>
              <a:t>n</a:t>
            </a:r>
            <a:r>
              <a:rPr dirty="0" sz="1050" spc="35"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3505835">
              <a:lnSpc>
                <a:spcPts val="1130"/>
              </a:lnSpc>
            </a:pPr>
            <a:r>
              <a:rPr dirty="0" sz="800" spc="-525">
                <a:latin typeface="Lucida Sans Unicode"/>
                <a:cs typeface="Lucida Sans Unicode"/>
              </a:rPr>
              <a:t>3</a:t>
            </a:r>
            <a:r>
              <a:rPr dirty="0" sz="800" spc="-38875">
                <a:solidFill>
                  <a:srgbClr val="AAAAAA"/>
                </a:solidFill>
                <a:latin typeface="Lucida Sans Unicode"/>
                <a:cs typeface="Lucida Sans Unicode"/>
              </a:rPr>
              <a:t>3</a:t>
            </a:r>
            <a:r>
              <a:rPr dirty="0" sz="950" spc="-5">
                <a:latin typeface="Calibri"/>
                <a:cs typeface="Calibri"/>
              </a:rPr>
              <a:t>@</a:t>
            </a:r>
            <a:r>
              <a:rPr dirty="0" sz="950" spc="-10">
                <a:latin typeface="Calibri"/>
                <a:cs typeface="Calibri"/>
              </a:rPr>
              <a:t>S</a:t>
            </a:r>
            <a:r>
              <a:rPr dirty="0" sz="950" spc="-30">
                <a:latin typeface="Calibri"/>
                <a:cs typeface="Calibri"/>
              </a:rPr>
              <a:t>I</a:t>
            </a:r>
            <a:r>
              <a:rPr dirty="0" sz="950" spc="-75">
                <a:latin typeface="Calibri"/>
                <a:cs typeface="Calibri"/>
              </a:rPr>
              <a:t>H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65">
                <a:latin typeface="Calibri"/>
                <a:cs typeface="Calibri"/>
              </a:rPr>
              <a:t>Idea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60">
                <a:latin typeface="Calibri"/>
                <a:cs typeface="Calibri"/>
              </a:rPr>
              <a:t>submission-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 spc="-95">
                <a:latin typeface="Calibri"/>
                <a:cs typeface="Calibri"/>
              </a:rPr>
              <a:t>T</a:t>
            </a:r>
            <a:r>
              <a:rPr dirty="0" sz="950" spc="-85">
                <a:latin typeface="Calibri"/>
                <a:cs typeface="Calibri"/>
              </a:rPr>
              <a:t>e</a:t>
            </a:r>
            <a:r>
              <a:rPr dirty="0" sz="950" spc="-110">
                <a:latin typeface="Calibri"/>
                <a:cs typeface="Calibri"/>
              </a:rPr>
              <a:t>m</a:t>
            </a:r>
            <a:r>
              <a:rPr dirty="0" sz="950" spc="-85">
                <a:latin typeface="Calibri"/>
                <a:cs typeface="Calibri"/>
              </a:rPr>
              <a:t>p</a:t>
            </a:r>
            <a:r>
              <a:rPr dirty="0" sz="950" spc="-35">
                <a:latin typeface="Calibri"/>
                <a:cs typeface="Calibri"/>
              </a:rPr>
              <a:t>l</a:t>
            </a:r>
            <a:r>
              <a:rPr dirty="0" sz="950" spc="-85">
                <a:latin typeface="Calibri"/>
                <a:cs typeface="Calibri"/>
              </a:rPr>
              <a:t>a</a:t>
            </a:r>
            <a:r>
              <a:rPr dirty="0" sz="950" spc="-60">
                <a:latin typeface="Calibri"/>
                <a:cs typeface="Calibri"/>
              </a:rPr>
              <a:t>t</a:t>
            </a:r>
            <a:r>
              <a:rPr dirty="0" sz="950" spc="-11275">
                <a:latin typeface="Calibri"/>
                <a:cs typeface="Calibri"/>
              </a:rPr>
              <a:t>e</a:t>
            </a:r>
            <a:r>
              <a:rPr dirty="0" sz="950" spc="25">
                <a:solidFill>
                  <a:srgbClr val="AAAAAA"/>
                </a:solidFill>
                <a:latin typeface="Calibri"/>
                <a:cs typeface="Calibri"/>
              </a:rPr>
              <a:t>@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S</a:t>
            </a:r>
            <a:r>
              <a:rPr dirty="0" sz="950" spc="-40">
                <a:solidFill>
                  <a:srgbClr val="AAAAAA"/>
                </a:solidFill>
                <a:latin typeface="Calibri"/>
                <a:cs typeface="Calibri"/>
              </a:rPr>
              <a:t>I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H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5">
                <a:solidFill>
                  <a:srgbClr val="AAAAAA"/>
                </a:solidFill>
                <a:latin typeface="Calibri"/>
                <a:cs typeface="Calibri"/>
              </a:rPr>
              <a:t>Idea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submission-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AAAAA"/>
                </a:solidFill>
                <a:latin typeface="Calibri"/>
                <a:cs typeface="Calibri"/>
              </a:rPr>
              <a:t>Template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54"/>
            <a:ext cx="9525000" cy="5358130"/>
            <a:chOff x="0" y="254"/>
            <a:chExt cx="9525000" cy="53581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3" y="254"/>
              <a:ext cx="9506586" cy="13335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" y="133348"/>
              <a:ext cx="9511230" cy="5224982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0" y="219076"/>
            <a:ext cx="9525000" cy="5133975"/>
            <a:chOff x="0" y="219076"/>
            <a:chExt cx="9525000" cy="5133975"/>
          </a:xfrm>
        </p:grpSpPr>
        <p:sp>
          <p:nvSpPr>
            <p:cNvPr id="6" name="object 6" descr=""/>
            <p:cNvSpPr/>
            <p:nvPr/>
          </p:nvSpPr>
          <p:spPr>
            <a:xfrm>
              <a:off x="0" y="219076"/>
              <a:ext cx="9525000" cy="5133975"/>
            </a:xfrm>
            <a:custGeom>
              <a:avLst/>
              <a:gdLst/>
              <a:ahLst/>
              <a:cxnLst/>
              <a:rect l="l" t="t" r="r" b="b"/>
              <a:pathLst>
                <a:path w="9525000" h="5133975">
                  <a:moveTo>
                    <a:pt x="9525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525000" y="513397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17532" y="1724025"/>
              <a:ext cx="359410" cy="9525"/>
            </a:xfrm>
            <a:custGeom>
              <a:avLst/>
              <a:gdLst/>
              <a:ahLst/>
              <a:cxnLst/>
              <a:rect l="l" t="t" r="r" b="b"/>
              <a:pathLst>
                <a:path w="359410" h="9525">
                  <a:moveTo>
                    <a:pt x="359092" y="0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42900" y="9525"/>
                  </a:lnTo>
                  <a:lnTo>
                    <a:pt x="359092" y="9525"/>
                  </a:lnTo>
                  <a:lnTo>
                    <a:pt x="359092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76238"/>
                  </a:lnTo>
                  <a:lnTo>
                    <a:pt x="0" y="380658"/>
                  </a:lnTo>
                  <a:lnTo>
                    <a:pt x="28917" y="409576"/>
                  </a:lnTo>
                  <a:lnTo>
                    <a:pt x="7333907" y="409576"/>
                  </a:lnTo>
                  <a:lnTo>
                    <a:pt x="7362825" y="380658"/>
                  </a:lnTo>
                  <a:lnTo>
                    <a:pt x="7362825" y="28917"/>
                  </a:lnTo>
                  <a:lnTo>
                    <a:pt x="7338161" y="838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1087" y="3852862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8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34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38"/>
                  </a:lnTo>
                  <a:lnTo>
                    <a:pt x="7342238" y="2540"/>
                  </a:lnTo>
                  <a:lnTo>
                    <a:pt x="7346327" y="4229"/>
                  </a:lnTo>
                  <a:lnTo>
                    <a:pt x="7349934" y="6642"/>
                  </a:lnTo>
                  <a:lnTo>
                    <a:pt x="7353058" y="9766"/>
                  </a:lnTo>
                  <a:lnTo>
                    <a:pt x="7356183" y="12890"/>
                  </a:lnTo>
                  <a:lnTo>
                    <a:pt x="7358596" y="16497"/>
                  </a:lnTo>
                  <a:lnTo>
                    <a:pt x="7360285" y="20574"/>
                  </a:lnTo>
                  <a:lnTo>
                    <a:pt x="7361974" y="24663"/>
                  </a:lnTo>
                  <a:lnTo>
                    <a:pt x="7362825" y="28917"/>
                  </a:lnTo>
                  <a:lnTo>
                    <a:pt x="7362825" y="33337"/>
                  </a:lnTo>
                  <a:lnTo>
                    <a:pt x="7362825" y="376238"/>
                  </a:lnTo>
                  <a:lnTo>
                    <a:pt x="7362825" y="380658"/>
                  </a:lnTo>
                  <a:lnTo>
                    <a:pt x="7361974" y="384910"/>
                  </a:lnTo>
                  <a:lnTo>
                    <a:pt x="7360285" y="388993"/>
                  </a:lnTo>
                  <a:lnTo>
                    <a:pt x="7358596" y="393080"/>
                  </a:lnTo>
                  <a:lnTo>
                    <a:pt x="7356183" y="396681"/>
                  </a:lnTo>
                  <a:lnTo>
                    <a:pt x="7353058" y="399807"/>
                  </a:lnTo>
                  <a:lnTo>
                    <a:pt x="7349934" y="402937"/>
                  </a:lnTo>
                  <a:lnTo>
                    <a:pt x="7346327" y="405344"/>
                  </a:lnTo>
                  <a:lnTo>
                    <a:pt x="7342238" y="407036"/>
                  </a:lnTo>
                  <a:lnTo>
                    <a:pt x="7338161" y="408727"/>
                  </a:lnTo>
                  <a:lnTo>
                    <a:pt x="7333907" y="409576"/>
                  </a:lnTo>
                  <a:lnTo>
                    <a:pt x="7329487" y="409576"/>
                  </a:lnTo>
                  <a:lnTo>
                    <a:pt x="33337" y="409576"/>
                  </a:lnTo>
                  <a:lnTo>
                    <a:pt x="28917" y="409576"/>
                  </a:lnTo>
                  <a:lnTo>
                    <a:pt x="24665" y="408727"/>
                  </a:lnTo>
                  <a:lnTo>
                    <a:pt x="20577" y="407036"/>
                  </a:lnTo>
                  <a:lnTo>
                    <a:pt x="16494" y="405344"/>
                  </a:lnTo>
                  <a:lnTo>
                    <a:pt x="12887" y="402937"/>
                  </a:lnTo>
                  <a:lnTo>
                    <a:pt x="9763" y="399807"/>
                  </a:lnTo>
                  <a:lnTo>
                    <a:pt x="6638" y="396681"/>
                  </a:lnTo>
                  <a:lnTo>
                    <a:pt x="4231" y="393080"/>
                  </a:lnTo>
                  <a:lnTo>
                    <a:pt x="2534" y="388993"/>
                  </a:lnTo>
                  <a:lnTo>
                    <a:pt x="843" y="384910"/>
                  </a:lnTo>
                  <a:lnTo>
                    <a:pt x="0" y="380658"/>
                  </a:lnTo>
                  <a:lnTo>
                    <a:pt x="0" y="376238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1087" y="4310063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49934" y="6637"/>
                  </a:lnTo>
                  <a:lnTo>
                    <a:pt x="7353058" y="9762"/>
                  </a:lnTo>
                  <a:lnTo>
                    <a:pt x="7356183" y="12887"/>
                  </a:lnTo>
                  <a:lnTo>
                    <a:pt x="7358596" y="16494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140047" y="3951149"/>
            <a:ext cx="1244600" cy="652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Sa</a:t>
            </a:r>
            <a:r>
              <a:rPr dirty="0" sz="1100" spc="160">
                <a:solidFill>
                  <a:srgbClr val="AAAAA9"/>
                </a:solidFill>
                <a:latin typeface="Arial"/>
                <a:cs typeface="Arial"/>
              </a:rPr>
              <a:t>v</a:t>
            </a:r>
            <a:r>
              <a:rPr dirty="0" sz="900" spc="16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900" spc="-50">
                <a:solidFill>
                  <a:srgbClr val="AAAAA9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pr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efe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r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n</a:t>
            </a:r>
            <a:r>
              <a:rPr dirty="0" sz="900" spc="110">
                <a:solidFill>
                  <a:srgbClr val="AAAAA9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110">
                <a:solidFill>
                  <a:srgbClr val="AAAAA9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165">
                <a:solidFill>
                  <a:srgbClr val="AAAAA9"/>
                </a:solidFill>
                <a:latin typeface="Lucida Sans Unicode"/>
                <a:cs typeface="Lucida Sans Unicode"/>
              </a:rPr>
              <a:t>Acce</a:t>
            </a:r>
            <a:r>
              <a:rPr dirty="0" sz="1100" spc="165">
                <a:solidFill>
                  <a:srgbClr val="AAAAA9"/>
                </a:solidFill>
                <a:latin typeface="Arial"/>
                <a:cs typeface="Arial"/>
              </a:rPr>
              <a:t>pt</a:t>
            </a:r>
            <a:r>
              <a:rPr dirty="0" sz="1100" spc="-90">
                <a:solidFill>
                  <a:srgbClr val="AAAAA9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AAAAA9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70">
                <a:solidFill>
                  <a:srgbClr val="AAAAA9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2400" y="2305050"/>
            <a:ext cx="8296275" cy="2876550"/>
            <a:chOff x="152400" y="2305050"/>
            <a:chExt cx="8296275" cy="2876550"/>
          </a:xfrm>
        </p:grpSpPr>
        <p:sp>
          <p:nvSpPr>
            <p:cNvPr id="14" name="object 14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7333907" y="0"/>
                  </a:moveTo>
                  <a:lnTo>
                    <a:pt x="28917" y="0"/>
                  </a:lnTo>
                  <a:lnTo>
                    <a:pt x="24665" y="843"/>
                  </a:lnTo>
                  <a:lnTo>
                    <a:pt x="0" y="28916"/>
                  </a:lnTo>
                  <a:lnTo>
                    <a:pt x="0" y="376237"/>
                  </a:lnTo>
                  <a:lnTo>
                    <a:pt x="0" y="380657"/>
                  </a:lnTo>
                  <a:lnTo>
                    <a:pt x="28917" y="409575"/>
                  </a:lnTo>
                  <a:lnTo>
                    <a:pt x="7333907" y="409575"/>
                  </a:lnTo>
                  <a:lnTo>
                    <a:pt x="7362825" y="380657"/>
                  </a:lnTo>
                  <a:lnTo>
                    <a:pt x="7362825" y="28916"/>
                  </a:lnTo>
                  <a:lnTo>
                    <a:pt x="7338161" y="843"/>
                  </a:lnTo>
                  <a:lnTo>
                    <a:pt x="7333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81087" y="4767264"/>
              <a:ext cx="7362825" cy="409575"/>
            </a:xfrm>
            <a:custGeom>
              <a:avLst/>
              <a:gdLst/>
              <a:ahLst/>
              <a:cxnLst/>
              <a:rect l="l" t="t" r="r" b="b"/>
              <a:pathLst>
                <a:path w="7362825" h="409575">
                  <a:moveTo>
                    <a:pt x="0" y="37623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3" y="24660"/>
                  </a:lnTo>
                  <a:lnTo>
                    <a:pt x="2534" y="20577"/>
                  </a:lnTo>
                  <a:lnTo>
                    <a:pt x="4231" y="16494"/>
                  </a:lnTo>
                  <a:lnTo>
                    <a:pt x="6638" y="12887"/>
                  </a:lnTo>
                  <a:lnTo>
                    <a:pt x="9763" y="9762"/>
                  </a:lnTo>
                  <a:lnTo>
                    <a:pt x="12887" y="6637"/>
                  </a:lnTo>
                  <a:lnTo>
                    <a:pt x="16494" y="4226"/>
                  </a:lnTo>
                  <a:lnTo>
                    <a:pt x="20577" y="2534"/>
                  </a:lnTo>
                  <a:lnTo>
                    <a:pt x="24665" y="843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329487" y="0"/>
                  </a:lnTo>
                  <a:lnTo>
                    <a:pt x="7333907" y="0"/>
                  </a:lnTo>
                  <a:lnTo>
                    <a:pt x="7338161" y="843"/>
                  </a:lnTo>
                  <a:lnTo>
                    <a:pt x="7342238" y="2534"/>
                  </a:lnTo>
                  <a:lnTo>
                    <a:pt x="7346327" y="4226"/>
                  </a:lnTo>
                  <a:lnTo>
                    <a:pt x="7360285" y="20577"/>
                  </a:lnTo>
                  <a:lnTo>
                    <a:pt x="7361974" y="24660"/>
                  </a:lnTo>
                  <a:lnTo>
                    <a:pt x="7362825" y="28916"/>
                  </a:lnTo>
                  <a:lnTo>
                    <a:pt x="7362825" y="33337"/>
                  </a:lnTo>
                  <a:lnTo>
                    <a:pt x="7362825" y="376237"/>
                  </a:lnTo>
                  <a:lnTo>
                    <a:pt x="7362825" y="380657"/>
                  </a:lnTo>
                  <a:lnTo>
                    <a:pt x="7361974" y="384909"/>
                  </a:lnTo>
                  <a:lnTo>
                    <a:pt x="7360285" y="388992"/>
                  </a:lnTo>
                  <a:lnTo>
                    <a:pt x="7358596" y="393078"/>
                  </a:lnTo>
                  <a:lnTo>
                    <a:pt x="7356183" y="396680"/>
                  </a:lnTo>
                  <a:lnTo>
                    <a:pt x="7353058" y="399806"/>
                  </a:lnTo>
                  <a:lnTo>
                    <a:pt x="7349934" y="402936"/>
                  </a:lnTo>
                  <a:lnTo>
                    <a:pt x="7346327" y="405343"/>
                  </a:lnTo>
                  <a:lnTo>
                    <a:pt x="7342238" y="407035"/>
                  </a:lnTo>
                  <a:lnTo>
                    <a:pt x="7338161" y="408726"/>
                  </a:lnTo>
                  <a:lnTo>
                    <a:pt x="7333907" y="409575"/>
                  </a:lnTo>
                  <a:lnTo>
                    <a:pt x="7329487" y="409575"/>
                  </a:lnTo>
                  <a:lnTo>
                    <a:pt x="33337" y="409575"/>
                  </a:lnTo>
                  <a:lnTo>
                    <a:pt x="28917" y="409575"/>
                  </a:lnTo>
                  <a:lnTo>
                    <a:pt x="24665" y="408726"/>
                  </a:lnTo>
                  <a:lnTo>
                    <a:pt x="20577" y="407035"/>
                  </a:lnTo>
                  <a:lnTo>
                    <a:pt x="16494" y="405343"/>
                  </a:lnTo>
                  <a:lnTo>
                    <a:pt x="12887" y="402936"/>
                  </a:lnTo>
                  <a:lnTo>
                    <a:pt x="9763" y="399806"/>
                  </a:lnTo>
                  <a:lnTo>
                    <a:pt x="6638" y="396680"/>
                  </a:lnTo>
                  <a:lnTo>
                    <a:pt x="4231" y="393078"/>
                  </a:lnTo>
                  <a:lnTo>
                    <a:pt x="2534" y="388992"/>
                  </a:lnTo>
                  <a:lnTo>
                    <a:pt x="843" y="384909"/>
                  </a:lnTo>
                  <a:lnTo>
                    <a:pt x="0" y="380657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FFFF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2400" y="23050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324100"/>
              <a:ext cx="171450" cy="17145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2400" y="266700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0" y="209549"/>
                  </a:lnTo>
                  <a:lnTo>
                    <a:pt x="314329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2686050"/>
              <a:ext cx="171450" cy="1714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2400" y="3028950"/>
              <a:ext cx="419100" cy="209550"/>
            </a:xfrm>
            <a:custGeom>
              <a:avLst/>
              <a:gdLst/>
              <a:ahLst/>
              <a:cxnLst/>
              <a:rect l="l" t="t" r="r" b="b"/>
              <a:pathLst>
                <a:path w="419100" h="209550">
                  <a:moveTo>
                    <a:pt x="314324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3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7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1" y="209549"/>
                  </a:lnTo>
                  <a:lnTo>
                    <a:pt x="314328" y="209549"/>
                  </a:lnTo>
                  <a:lnTo>
                    <a:pt x="354418" y="201574"/>
                  </a:lnTo>
                  <a:lnTo>
                    <a:pt x="388411" y="178866"/>
                  </a:lnTo>
                  <a:lnTo>
                    <a:pt x="411123" y="144868"/>
                  </a:lnTo>
                  <a:lnTo>
                    <a:pt x="419099" y="104775"/>
                  </a:lnTo>
                  <a:lnTo>
                    <a:pt x="418601" y="94454"/>
                  </a:lnTo>
                  <a:lnTo>
                    <a:pt x="406713" y="55334"/>
                  </a:lnTo>
                  <a:lnTo>
                    <a:pt x="380762" y="23741"/>
                  </a:lnTo>
                  <a:lnTo>
                    <a:pt x="344694" y="4484"/>
                  </a:lnTo>
                  <a:lnTo>
                    <a:pt x="3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49" y="3048000"/>
              <a:ext cx="171450" cy="17145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9700" y="322816"/>
            <a:ext cx="882205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4100"/>
              </a:lnSpc>
              <a:spcBef>
                <a:spcPts val="90"/>
              </a:spcBef>
            </a:pP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21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purpos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/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750" spc="4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die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27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rv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3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lopm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3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20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1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ollow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r>
              <a:rPr dirty="0" sz="750" spc="2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eci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olo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ly</a:t>
            </a:r>
            <a:r>
              <a:rPr dirty="0" sz="800" spc="15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5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6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225">
                <a:solidFill>
                  <a:srgbClr val="282828"/>
                </a:solidFill>
                <a:latin typeface="Georgia"/>
                <a:cs typeface="Georgia"/>
              </a:rPr>
              <a:t> 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ca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endParaRPr sz="750">
              <a:latin typeface="Calibri"/>
              <a:cs typeface="Calibri"/>
            </a:endParaRPr>
          </a:p>
          <a:p>
            <a:pPr marL="12700" marR="165100">
              <a:lnSpc>
                <a:spcPct val="1641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10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stor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75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IP</a:t>
            </a:r>
            <a:r>
              <a:rPr dirty="0" sz="800" spc="1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</a:t>
            </a:r>
            <a:r>
              <a:rPr dirty="0" sz="800" spc="9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ice</a:t>
            </a:r>
            <a:r>
              <a:rPr dirty="0" sz="800" spc="14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O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ur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IAB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TCF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Pa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rtn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5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pro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 spc="1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2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 spc="-2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5">
                <a:solidFill>
                  <a:srgbClr val="282828"/>
                </a:solidFill>
                <a:latin typeface="Georgia"/>
                <a:cs typeface="Georgia"/>
              </a:rPr>
              <a:t>o</a:t>
            </a:r>
            <a:r>
              <a:rPr dirty="0" sz="800" spc="65">
                <a:solidFill>
                  <a:srgbClr val="282828"/>
                </a:solidFill>
                <a:latin typeface="Lucida Sans Unicode"/>
                <a:cs typeface="Lucida Sans Unicode"/>
              </a:rPr>
              <a:t>f</a:t>
            </a:r>
            <a:r>
              <a:rPr dirty="0" sz="800" spc="1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egi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2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pr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efe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4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800" spc="45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7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2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k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 spc="8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114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5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8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2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nk</a:t>
            </a:r>
            <a:r>
              <a:rPr dirty="0" sz="750" spc="-10">
                <a:solidFill>
                  <a:srgbClr val="282828"/>
                </a:solidFill>
                <a:latin typeface="Calibri"/>
                <a:cs typeface="Calibri"/>
              </a:rPr>
              <a:t>;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ons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qu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ce</a:t>
            </a:r>
            <a:r>
              <a:rPr dirty="0" sz="750" spc="55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dirty="0" sz="7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not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ee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p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cha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your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or</a:t>
            </a:r>
            <a:r>
              <a:rPr dirty="0" sz="800" spc="13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70">
                <a:solidFill>
                  <a:srgbClr val="282828"/>
                </a:solidFill>
                <a:latin typeface="Lucida Sans Unicode"/>
                <a:cs typeface="Lucida Sans Unicode"/>
              </a:rPr>
              <a:t>acce</a:t>
            </a:r>
            <a:r>
              <a:rPr dirty="0" sz="800" spc="70">
                <a:solidFill>
                  <a:srgbClr val="282828"/>
                </a:solidFill>
                <a:latin typeface="Georgia"/>
                <a:cs typeface="Georgia"/>
              </a:rPr>
              <a:t>pt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he</a:t>
            </a:r>
            <a:r>
              <a:rPr dirty="0" sz="800" spc="13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defa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ult</a:t>
            </a:r>
            <a:r>
              <a:rPr dirty="0" sz="800" spc="9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1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Y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ou</a:t>
            </a:r>
            <a:r>
              <a:rPr dirty="0" sz="800" spc="114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m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55">
                <a:solidFill>
                  <a:srgbClr val="282828"/>
                </a:solidFill>
                <a:latin typeface="Georgia"/>
                <a:cs typeface="Georgia"/>
              </a:rPr>
              <a:t>los</a:t>
            </a:r>
            <a:r>
              <a:rPr dirty="0" sz="800" spc="55">
                <a:solidFill>
                  <a:srgbClr val="282828"/>
                </a:solidFill>
                <a:latin typeface="Lucida Sans Unicode"/>
                <a:cs typeface="Lucida Sans Unicode"/>
              </a:rPr>
              <a:t>e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18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ba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nn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to</a:t>
            </a:r>
            <a:r>
              <a:rPr dirty="0" sz="800" spc="16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nu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1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w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h</a:t>
            </a:r>
            <a:r>
              <a:rPr dirty="0" sz="800" spc="3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only</a:t>
            </a:r>
            <a:r>
              <a:rPr dirty="0" sz="800" spc="145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ss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nt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ia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19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c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ook</a:t>
            </a:r>
            <a:r>
              <a:rPr dirty="0" sz="800" spc="60">
                <a:solidFill>
                  <a:srgbClr val="282828"/>
                </a:solidFill>
                <a:latin typeface="Lucida Sans Unicode"/>
                <a:cs typeface="Lucida Sans Unicode"/>
              </a:rPr>
              <a:t>ie</a:t>
            </a:r>
            <a:r>
              <a:rPr dirty="0" sz="800" spc="6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750" spc="6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dirty="0" sz="750" spc="20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i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  <a:hlinkClick r:id="rId5"/>
              </a:rPr>
              <a:t>v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  <a:hlinkClick r:id="rId5"/>
              </a:rPr>
              <a:t>ac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r>
              <a:rPr dirty="0" sz="800" spc="1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 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ol</a:t>
            </a:r>
            <a:r>
              <a:rPr dirty="0" sz="800" spc="40">
                <a:solidFill>
                  <a:srgbClr val="282828"/>
                </a:solidFill>
                <a:latin typeface="Lucida Sans Unicode"/>
                <a:cs typeface="Lucida Sans Unicode"/>
                <a:hlinkClick r:id="rId5"/>
              </a:rPr>
              <a:t>ic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  <a:hlinkClick r:id="rId5"/>
              </a:rPr>
              <a:t>y</a:t>
            </a:r>
            <a:endParaRPr sz="800">
              <a:latin typeface="Georgia"/>
              <a:cs typeface="Georgia"/>
            </a:endParaRPr>
          </a:p>
          <a:p>
            <a:pPr marL="12700" marR="7738109">
              <a:lnSpc>
                <a:spcPct val="140600"/>
              </a:lnSpc>
            </a:pP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S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tor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a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</a:t>
            </a:r>
            <a:r>
              <a:rPr dirty="0" u="sng" sz="8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229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efe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n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ce</a:t>
            </a:r>
            <a:r>
              <a:rPr dirty="0" u="sng" sz="800" spc="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r>
              <a:rPr dirty="0" sz="800" spc="4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Thi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</a:t>
            </a:r>
            <a:r>
              <a:rPr dirty="0" u="sng" sz="800" spc="-2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d</a:t>
            </a:r>
            <a:r>
              <a:rPr dirty="0" u="sng" sz="800" spc="-4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Pa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rt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Lucida Sans Unicode"/>
                <a:cs typeface="Lucida Sans Unicode"/>
              </a:rPr>
              <a:t>ie</a:t>
            </a:r>
            <a:r>
              <a:rPr dirty="0" u="sng" sz="8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47434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tor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age</a:t>
            </a:r>
            <a:endParaRPr sz="800">
              <a:latin typeface="Lucida Sans Unicode"/>
              <a:cs typeface="Lucida Sans Unicode"/>
            </a:endParaRPr>
          </a:p>
          <a:p>
            <a:pPr marL="474345" marR="7282180">
              <a:lnSpc>
                <a:spcPct val="296900"/>
              </a:lnSpc>
            </a:pP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Ta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r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ge</a:t>
            </a:r>
            <a:r>
              <a:rPr dirty="0" sz="80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>
                <a:solidFill>
                  <a:srgbClr val="282828"/>
                </a:solidFill>
                <a:latin typeface="Lucida Sans Unicode"/>
                <a:cs typeface="Lucida Sans Unicode"/>
              </a:rPr>
              <a:t>ed</a:t>
            </a:r>
            <a:r>
              <a:rPr dirty="0" sz="800" spc="1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Ad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v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g Pe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rson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z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on</a:t>
            </a:r>
            <a:r>
              <a:rPr dirty="0" sz="800" spc="200">
                <a:solidFill>
                  <a:srgbClr val="282828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n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lyt</a:t>
            </a:r>
            <a:r>
              <a:rPr dirty="0" sz="800" spc="-10">
                <a:solidFill>
                  <a:srgbClr val="282828"/>
                </a:solidFill>
                <a:latin typeface="Lucida Sans Unicode"/>
                <a:cs typeface="Lucida Sans Unicode"/>
              </a:rPr>
              <a:t>ic</a:t>
            </a:r>
            <a:r>
              <a:rPr dirty="0" sz="800" spc="-10">
                <a:solidFill>
                  <a:srgbClr val="282828"/>
                </a:solidFill>
                <a:latin typeface="Georgia"/>
                <a:cs typeface="Georgia"/>
              </a:rPr>
              <a:t>s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2400" y="3390900"/>
            <a:ext cx="419100" cy="209550"/>
          </a:xfrm>
          <a:custGeom>
            <a:avLst/>
            <a:gdLst/>
            <a:ahLst/>
            <a:cxnLst/>
            <a:rect l="l" t="t" r="r" b="b"/>
            <a:pathLst>
              <a:path w="419100" h="209550">
                <a:moveTo>
                  <a:pt x="314324" y="0"/>
                </a:moveTo>
                <a:lnTo>
                  <a:pt x="104774" y="0"/>
                </a:lnTo>
                <a:lnTo>
                  <a:pt x="94453" y="497"/>
                </a:lnTo>
                <a:lnTo>
                  <a:pt x="55334" y="12388"/>
                </a:lnTo>
                <a:lnTo>
                  <a:pt x="23743" y="38336"/>
                </a:lnTo>
                <a:lnTo>
                  <a:pt x="4487" y="74408"/>
                </a:lnTo>
                <a:lnTo>
                  <a:pt x="0" y="104774"/>
                </a:lnTo>
                <a:lnTo>
                  <a:pt x="498" y="115097"/>
                </a:lnTo>
                <a:lnTo>
                  <a:pt x="12385" y="154215"/>
                </a:lnTo>
                <a:lnTo>
                  <a:pt x="38337" y="185808"/>
                </a:lnTo>
                <a:lnTo>
                  <a:pt x="74405" y="205065"/>
                </a:lnTo>
                <a:lnTo>
                  <a:pt x="104772" y="209549"/>
                </a:lnTo>
                <a:lnTo>
                  <a:pt x="314327" y="209549"/>
                </a:lnTo>
                <a:lnTo>
                  <a:pt x="354418" y="201574"/>
                </a:lnTo>
                <a:lnTo>
                  <a:pt x="388411" y="178866"/>
                </a:lnTo>
                <a:lnTo>
                  <a:pt x="411123" y="144868"/>
                </a:lnTo>
                <a:lnTo>
                  <a:pt x="419099" y="104775"/>
                </a:lnTo>
                <a:lnTo>
                  <a:pt x="418601" y="94454"/>
                </a:lnTo>
                <a:lnTo>
                  <a:pt x="406713" y="55334"/>
                </a:lnTo>
                <a:lnTo>
                  <a:pt x="380762" y="23741"/>
                </a:lnTo>
                <a:lnTo>
                  <a:pt x="344694" y="4484"/>
                </a:lnTo>
                <a:lnTo>
                  <a:pt x="3143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71450" y="404812"/>
            <a:ext cx="9168130" cy="3176905"/>
            <a:chOff x="171450" y="404812"/>
            <a:chExt cx="9168130" cy="3176905"/>
          </a:xfrm>
        </p:grpSpPr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50" y="3409950"/>
              <a:ext cx="171450" cy="17145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82100" y="4095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ln w="952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24205" y="356490"/>
            <a:ext cx="9088755" cy="4961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75435">
              <a:lnSpc>
                <a:spcPts val="2310"/>
              </a:lnSpc>
            </a:pPr>
            <a:r>
              <a:rPr dirty="0" sz="1950" spc="760">
                <a:latin typeface="Times New Roman"/>
                <a:cs typeface="Times New Roman"/>
              </a:rPr>
              <a:t>I</a:t>
            </a:r>
            <a:r>
              <a:rPr dirty="0" sz="1950" spc="635">
                <a:latin typeface="Times New Roman"/>
                <a:cs typeface="Times New Roman"/>
              </a:rPr>
              <a:t>M</a:t>
            </a:r>
            <a:r>
              <a:rPr dirty="0" sz="1950" spc="715">
                <a:latin typeface="Times New Roman"/>
                <a:cs typeface="Times New Roman"/>
              </a:rPr>
              <a:t>P</a:t>
            </a:r>
            <a:r>
              <a:rPr dirty="0" sz="1950" spc="680">
                <a:latin typeface="Times New Roman"/>
                <a:cs typeface="Times New Roman"/>
              </a:rPr>
              <a:t>O</a:t>
            </a:r>
            <a:r>
              <a:rPr dirty="0" sz="1950" spc="695">
                <a:latin typeface="Times New Roman"/>
                <a:cs typeface="Times New Roman"/>
              </a:rPr>
              <a:t>R</a:t>
            </a:r>
            <a:r>
              <a:rPr dirty="0" sz="1950" spc="715">
                <a:latin typeface="Times New Roman"/>
                <a:cs typeface="Times New Roman"/>
              </a:rPr>
              <a:t>T</a:t>
            </a:r>
            <a:r>
              <a:rPr dirty="0" sz="1950" spc="530">
                <a:latin typeface="Times New Roman"/>
                <a:cs typeface="Times New Roman"/>
              </a:rPr>
              <a:t>AN</a:t>
            </a:r>
            <a:r>
              <a:rPr dirty="0" sz="1950" spc="-16615">
                <a:latin typeface="Times New Roman"/>
                <a:cs typeface="Times New Roman"/>
              </a:rPr>
              <a:t>T</a:t>
            </a:r>
            <a:r>
              <a:rPr dirty="0" sz="1950" spc="760">
                <a:latin typeface="Times New Roman"/>
                <a:cs typeface="Times New Roman"/>
              </a:rPr>
              <a:t>I</a:t>
            </a:r>
            <a:r>
              <a:rPr dirty="0" sz="1950" spc="635">
                <a:latin typeface="Times New Roman"/>
                <a:cs typeface="Times New Roman"/>
              </a:rPr>
              <a:t>M</a:t>
            </a:r>
            <a:r>
              <a:rPr dirty="0" sz="1950" spc="715">
                <a:latin typeface="Times New Roman"/>
                <a:cs typeface="Times New Roman"/>
              </a:rPr>
              <a:t>P</a:t>
            </a:r>
            <a:r>
              <a:rPr dirty="0" sz="1950" spc="680">
                <a:latin typeface="Times New Roman"/>
                <a:cs typeface="Times New Roman"/>
              </a:rPr>
              <a:t>O</a:t>
            </a:r>
            <a:r>
              <a:rPr dirty="0" sz="1950" spc="695">
                <a:latin typeface="Times New Roman"/>
                <a:cs typeface="Times New Roman"/>
              </a:rPr>
              <a:t>R</a:t>
            </a:r>
            <a:r>
              <a:rPr dirty="0" sz="1950" spc="715">
                <a:latin typeface="Times New Roman"/>
                <a:cs typeface="Times New Roman"/>
              </a:rPr>
              <a:t>T</a:t>
            </a:r>
            <a:r>
              <a:rPr dirty="0" sz="1950" spc="530">
                <a:latin typeface="Times New Roman"/>
                <a:cs typeface="Times New Roman"/>
              </a:rPr>
              <a:t>AN</a:t>
            </a:r>
            <a:r>
              <a:rPr dirty="0" sz="1950" spc="740">
                <a:latin typeface="Times New Roman"/>
                <a:cs typeface="Times New Roman"/>
              </a:rPr>
              <a:t>T</a:t>
            </a:r>
            <a:r>
              <a:rPr dirty="0" sz="1950" spc="-280">
                <a:latin typeface="Times New Roman"/>
                <a:cs typeface="Times New Roman"/>
              </a:rPr>
              <a:t> </a:t>
            </a:r>
            <a:r>
              <a:rPr dirty="0" sz="1950" spc="95">
                <a:latin typeface="Times New Roman"/>
                <a:cs typeface="Times New Roman"/>
              </a:rPr>
              <a:t>I</a:t>
            </a:r>
            <a:r>
              <a:rPr dirty="0" sz="1950" spc="-135">
                <a:latin typeface="Times New Roman"/>
                <a:cs typeface="Times New Roman"/>
              </a:rPr>
              <a:t>N</a:t>
            </a:r>
            <a:r>
              <a:rPr dirty="0" sz="1950" spc="-95">
                <a:latin typeface="Times New Roman"/>
                <a:cs typeface="Times New Roman"/>
              </a:rPr>
              <a:t>S</a:t>
            </a:r>
            <a:r>
              <a:rPr dirty="0" sz="1950" spc="55">
                <a:latin typeface="Times New Roman"/>
                <a:cs typeface="Times New Roman"/>
              </a:rPr>
              <a:t>T</a:t>
            </a:r>
            <a:r>
              <a:rPr dirty="0" sz="1950" spc="35">
                <a:latin typeface="Times New Roman"/>
                <a:cs typeface="Times New Roman"/>
              </a:rPr>
              <a:t>R</a:t>
            </a:r>
            <a:r>
              <a:rPr dirty="0" sz="1950" spc="-135">
                <a:latin typeface="Times New Roman"/>
                <a:cs typeface="Times New Roman"/>
              </a:rPr>
              <a:t>U</a:t>
            </a:r>
            <a:r>
              <a:rPr dirty="0" sz="1950" spc="35">
                <a:latin typeface="Times New Roman"/>
                <a:cs typeface="Times New Roman"/>
              </a:rPr>
              <a:t>C</a:t>
            </a:r>
            <a:r>
              <a:rPr dirty="0" sz="1950" spc="55">
                <a:latin typeface="Times New Roman"/>
                <a:cs typeface="Times New Roman"/>
              </a:rPr>
              <a:t>T</a:t>
            </a:r>
            <a:r>
              <a:rPr dirty="0" sz="1950" spc="95">
                <a:latin typeface="Times New Roman"/>
                <a:cs typeface="Times New Roman"/>
              </a:rPr>
              <a:t>I</a:t>
            </a:r>
            <a:r>
              <a:rPr dirty="0" sz="1950" spc="15">
                <a:latin typeface="Times New Roman"/>
                <a:cs typeface="Times New Roman"/>
              </a:rPr>
              <a:t>O</a:t>
            </a:r>
            <a:r>
              <a:rPr dirty="0" sz="1950" spc="-135">
                <a:latin typeface="Times New Roman"/>
                <a:cs typeface="Times New Roman"/>
              </a:rPr>
              <a:t>N</a:t>
            </a:r>
            <a:r>
              <a:rPr dirty="0" sz="1950" spc="-21265">
                <a:latin typeface="Times New Roman"/>
                <a:cs typeface="Times New Roman"/>
              </a:rPr>
              <a:t>S</a:t>
            </a:r>
            <a:r>
              <a:rPr dirty="0" sz="1950" spc="95">
                <a:latin typeface="Times New Roman"/>
                <a:cs typeface="Times New Roman"/>
              </a:rPr>
              <a:t>I</a:t>
            </a:r>
            <a:r>
              <a:rPr dirty="0" sz="1950" spc="-135">
                <a:latin typeface="Times New Roman"/>
                <a:cs typeface="Times New Roman"/>
              </a:rPr>
              <a:t>N</a:t>
            </a:r>
            <a:r>
              <a:rPr dirty="0" sz="1950" spc="-95">
                <a:latin typeface="Times New Roman"/>
                <a:cs typeface="Times New Roman"/>
              </a:rPr>
              <a:t>S</a:t>
            </a:r>
            <a:r>
              <a:rPr dirty="0" sz="1950" spc="55">
                <a:latin typeface="Times New Roman"/>
                <a:cs typeface="Times New Roman"/>
              </a:rPr>
              <a:t>T</a:t>
            </a:r>
            <a:r>
              <a:rPr dirty="0" sz="1950" spc="35">
                <a:latin typeface="Times New Roman"/>
                <a:cs typeface="Times New Roman"/>
              </a:rPr>
              <a:t>R</a:t>
            </a:r>
            <a:r>
              <a:rPr dirty="0" sz="1950" spc="-135">
                <a:latin typeface="Times New Roman"/>
                <a:cs typeface="Times New Roman"/>
              </a:rPr>
              <a:t>U</a:t>
            </a:r>
            <a:r>
              <a:rPr dirty="0" sz="1950" spc="35">
                <a:latin typeface="Times New Roman"/>
                <a:cs typeface="Times New Roman"/>
              </a:rPr>
              <a:t>C</a:t>
            </a:r>
            <a:r>
              <a:rPr dirty="0" sz="1950" spc="55">
                <a:latin typeface="Times New Roman"/>
                <a:cs typeface="Times New Roman"/>
              </a:rPr>
              <a:t>T</a:t>
            </a:r>
            <a:r>
              <a:rPr dirty="0" sz="1950" spc="95">
                <a:latin typeface="Times New Roman"/>
                <a:cs typeface="Times New Roman"/>
              </a:rPr>
              <a:t>I</a:t>
            </a:r>
            <a:r>
              <a:rPr dirty="0" sz="1950" spc="15">
                <a:latin typeface="Times New Roman"/>
                <a:cs typeface="Times New Roman"/>
              </a:rPr>
              <a:t>O</a:t>
            </a:r>
            <a:r>
              <a:rPr dirty="0" sz="1950" spc="-135">
                <a:latin typeface="Times New Roman"/>
                <a:cs typeface="Times New Roman"/>
              </a:rPr>
              <a:t>N</a:t>
            </a:r>
            <a:r>
              <a:rPr dirty="0" sz="1950" spc="-65">
                <a:latin typeface="Times New Roman"/>
                <a:cs typeface="Times New Roman"/>
              </a:rPr>
              <a:t>S</a:t>
            </a: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  <a:spcBef>
                <a:spcPts val="1245"/>
              </a:spcBef>
            </a:pPr>
            <a:r>
              <a:rPr dirty="0" sz="1300">
                <a:latin typeface="Verdana"/>
                <a:cs typeface="Verdana"/>
              </a:rPr>
              <a:t>Please</a:t>
            </a:r>
            <a:r>
              <a:rPr dirty="0" sz="1300" spc="1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ensure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below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pointers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 spc="-25">
                <a:latin typeface="Verdana"/>
                <a:cs typeface="Verdana"/>
              </a:rPr>
              <a:t>a</a:t>
            </a:r>
            <a:r>
              <a:rPr dirty="0" sz="1300" spc="-10">
                <a:latin typeface="Verdana"/>
                <a:cs typeface="Verdana"/>
              </a:rPr>
              <a:t>r</a:t>
            </a:r>
            <a:r>
              <a:rPr dirty="0" sz="1300" spc="-22195">
                <a:latin typeface="Verdana"/>
                <a:cs typeface="Verdana"/>
              </a:rPr>
              <a:t>e</a:t>
            </a:r>
            <a:r>
              <a:rPr dirty="0" sz="1300" spc="140">
                <a:latin typeface="Verdana"/>
                <a:cs typeface="Verdana"/>
              </a:rPr>
              <a:t>P</a:t>
            </a:r>
            <a:r>
              <a:rPr dirty="0" sz="1300" spc="50">
                <a:latin typeface="Verdana"/>
                <a:cs typeface="Verdana"/>
              </a:rPr>
              <a:t>l</a:t>
            </a:r>
            <a:r>
              <a:rPr dirty="0" sz="1300" spc="-15">
                <a:latin typeface="Verdana"/>
                <a:cs typeface="Verdana"/>
              </a:rPr>
              <a:t>e</a:t>
            </a:r>
            <a:r>
              <a:rPr dirty="0" sz="1300" spc="-25">
                <a:latin typeface="Verdana"/>
                <a:cs typeface="Verdana"/>
              </a:rPr>
              <a:t>a</a:t>
            </a:r>
            <a:r>
              <a:rPr dirty="0" sz="1300" spc="90">
                <a:latin typeface="Verdana"/>
                <a:cs typeface="Verdana"/>
              </a:rPr>
              <a:t>s</a:t>
            </a:r>
            <a:r>
              <a:rPr dirty="0" sz="1300" spc="-5">
                <a:latin typeface="Verdana"/>
                <a:cs typeface="Verdana"/>
              </a:rPr>
              <a:t>e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ensure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below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pointers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are</a:t>
            </a:r>
            <a:r>
              <a:rPr dirty="0" sz="1300" spc="180">
                <a:latin typeface="Verdana"/>
                <a:cs typeface="Verdana"/>
              </a:rPr>
              <a:t> </a:t>
            </a:r>
            <a:r>
              <a:rPr dirty="0" sz="1300" spc="-25">
                <a:latin typeface="Verdana"/>
                <a:cs typeface="Verdana"/>
              </a:rPr>
              <a:t>met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while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submitting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the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 spc="-35">
                <a:latin typeface="Verdana"/>
                <a:cs typeface="Verdana"/>
              </a:rPr>
              <a:t>Idea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 spc="400">
                <a:latin typeface="Verdana"/>
                <a:cs typeface="Verdana"/>
              </a:rPr>
              <a:t>P</a:t>
            </a:r>
            <a:r>
              <a:rPr dirty="0" sz="1300" spc="405">
                <a:latin typeface="Verdana"/>
                <a:cs typeface="Verdana"/>
              </a:rPr>
              <a:t>P</a:t>
            </a:r>
            <a:r>
              <a:rPr dirty="0" sz="1300" spc="-22430">
                <a:latin typeface="Verdana"/>
                <a:cs typeface="Verdana"/>
              </a:rPr>
              <a:t>T</a:t>
            </a:r>
            <a:r>
              <a:rPr dirty="0" sz="1300" spc="195">
                <a:latin typeface="Verdana"/>
                <a:cs typeface="Verdana"/>
              </a:rPr>
              <a:t>m</a:t>
            </a:r>
            <a:r>
              <a:rPr dirty="0" sz="1300" spc="240">
                <a:latin typeface="Verdana"/>
                <a:cs typeface="Verdana"/>
              </a:rPr>
              <a:t>e</a:t>
            </a:r>
            <a:r>
              <a:rPr dirty="0" sz="1300" spc="220">
                <a:latin typeface="Verdana"/>
                <a:cs typeface="Verdana"/>
              </a:rPr>
              <a:t>t</a:t>
            </a:r>
            <a:r>
              <a:rPr dirty="0" sz="1300">
                <a:latin typeface="Verdana"/>
                <a:cs typeface="Verdana"/>
              </a:rPr>
              <a:t> </a:t>
            </a:r>
            <a:r>
              <a:rPr dirty="0" sz="1300" spc="-450">
                <a:latin typeface="Verdana"/>
                <a:cs typeface="Verdana"/>
              </a:rPr>
              <a:t>while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submitting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the</a:t>
            </a:r>
            <a:r>
              <a:rPr dirty="0" sz="1300" spc="-35">
                <a:latin typeface="Verdana"/>
                <a:cs typeface="Verdana"/>
              </a:rPr>
              <a:t> Idea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 spc="-20">
                <a:latin typeface="Verdana"/>
                <a:cs typeface="Verdana"/>
              </a:rPr>
              <a:t>PPT::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tabLst>
                <a:tab pos="451484" algn="l"/>
              </a:tabLst>
            </a:pPr>
            <a:r>
              <a:rPr dirty="0" sz="1250" spc="270">
                <a:latin typeface="Tahoma"/>
                <a:cs typeface="Tahoma"/>
              </a:rPr>
              <a:t>1</a:t>
            </a:r>
            <a:r>
              <a:rPr dirty="0" sz="1250" spc="-855">
                <a:latin typeface="Tahoma"/>
                <a:cs typeface="Tahoma"/>
              </a:rPr>
              <a:t>.</a:t>
            </a:r>
            <a:r>
              <a:rPr dirty="0" sz="1250" spc="270">
                <a:latin typeface="Tahoma"/>
                <a:cs typeface="Tahoma"/>
              </a:rPr>
              <a:t>1</a:t>
            </a:r>
            <a:r>
              <a:rPr dirty="0" sz="1250" spc="240">
                <a:latin typeface="Tahoma"/>
                <a:cs typeface="Tahoma"/>
              </a:rPr>
              <a:t>.</a:t>
            </a:r>
            <a:r>
              <a:rPr dirty="0" sz="1250">
                <a:latin typeface="Tahoma"/>
                <a:cs typeface="Tahoma"/>
              </a:rPr>
              <a:t>	</a:t>
            </a:r>
            <a:r>
              <a:rPr dirty="0" sz="1300">
                <a:latin typeface="Verdana"/>
                <a:cs typeface="Verdana"/>
              </a:rPr>
              <a:t>Kindly</a:t>
            </a:r>
            <a:r>
              <a:rPr dirty="0" sz="1300" spc="-7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keep</a:t>
            </a:r>
            <a:r>
              <a:rPr dirty="0" sz="1300" spc="-6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the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maximum</a:t>
            </a:r>
            <a:r>
              <a:rPr dirty="0" sz="1300" spc="-55">
                <a:latin typeface="Verdana"/>
                <a:cs typeface="Verdana"/>
              </a:rPr>
              <a:t> </a:t>
            </a:r>
            <a:r>
              <a:rPr dirty="0" sz="1300" spc="55">
                <a:latin typeface="Verdana"/>
                <a:cs typeface="Verdana"/>
              </a:rPr>
              <a:t>slides</a:t>
            </a:r>
            <a:r>
              <a:rPr dirty="0" sz="1300" spc="-7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limit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 spc="15">
                <a:latin typeface="Verdana"/>
                <a:cs typeface="Verdana"/>
              </a:rPr>
              <a:t>u</a:t>
            </a:r>
            <a:r>
              <a:rPr dirty="0" sz="1300" spc="-27005">
                <a:latin typeface="Verdana"/>
                <a:cs typeface="Verdana"/>
              </a:rPr>
              <a:t>p</a:t>
            </a:r>
            <a:r>
              <a:rPr dirty="0" sz="1300" spc="80">
                <a:latin typeface="Verdana"/>
                <a:cs typeface="Verdana"/>
              </a:rPr>
              <a:t>K</a:t>
            </a:r>
            <a:r>
              <a:rPr dirty="0" sz="1300" spc="55">
                <a:latin typeface="Verdana"/>
                <a:cs typeface="Verdana"/>
              </a:rPr>
              <a:t>i</a:t>
            </a:r>
            <a:r>
              <a:rPr dirty="0" sz="1300" spc="25">
                <a:latin typeface="Verdana"/>
                <a:cs typeface="Verdana"/>
              </a:rPr>
              <a:t>nd</a:t>
            </a:r>
            <a:r>
              <a:rPr dirty="0" sz="1300" spc="35">
                <a:latin typeface="Verdana"/>
                <a:cs typeface="Verdana"/>
              </a:rPr>
              <a:t>l</a:t>
            </a:r>
            <a:r>
              <a:rPr dirty="0" sz="1300">
                <a:latin typeface="Verdana"/>
                <a:cs typeface="Verdana"/>
              </a:rPr>
              <a:t>y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keep</a:t>
            </a:r>
            <a:r>
              <a:rPr dirty="0" sz="1300" spc="-6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the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maximum</a:t>
            </a:r>
            <a:r>
              <a:rPr dirty="0" sz="1300" spc="-60">
                <a:latin typeface="Verdana"/>
                <a:cs typeface="Verdana"/>
              </a:rPr>
              <a:t> </a:t>
            </a:r>
            <a:r>
              <a:rPr dirty="0" sz="1300" spc="55">
                <a:latin typeface="Verdana"/>
                <a:cs typeface="Verdana"/>
              </a:rPr>
              <a:t>slides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limit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up</a:t>
            </a:r>
            <a:r>
              <a:rPr dirty="0" sz="1300" spc="5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to</a:t>
            </a:r>
            <a:r>
              <a:rPr dirty="0" sz="1300" spc="-65">
                <a:latin typeface="Verdana"/>
                <a:cs typeface="Verdana"/>
              </a:rPr>
              <a:t> </a:t>
            </a:r>
            <a:r>
              <a:rPr dirty="0" sz="1300" spc="90">
                <a:latin typeface="Verdana"/>
                <a:cs typeface="Verdana"/>
              </a:rPr>
              <a:t>s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-3645">
                <a:latin typeface="Verdana"/>
                <a:cs typeface="Verdana"/>
              </a:rPr>
              <a:t>x</a:t>
            </a:r>
            <a:r>
              <a:rPr dirty="0" sz="1300" spc="-50">
                <a:latin typeface="Verdana"/>
                <a:cs typeface="Verdana"/>
              </a:rPr>
              <a:t>t</a:t>
            </a:r>
            <a:r>
              <a:rPr dirty="0" sz="1300" spc="55">
                <a:latin typeface="Verdana"/>
                <a:cs typeface="Verdana"/>
              </a:rPr>
              <a:t>o</a:t>
            </a:r>
            <a:r>
              <a:rPr dirty="0" sz="1300" spc="-65">
                <a:latin typeface="Verdana"/>
                <a:cs typeface="Verdana"/>
              </a:rPr>
              <a:t> </a:t>
            </a:r>
            <a:r>
              <a:rPr dirty="0" sz="1300" spc="50">
                <a:latin typeface="Verdana"/>
                <a:cs typeface="Verdana"/>
              </a:rPr>
              <a:t>six</a:t>
            </a:r>
            <a:r>
              <a:rPr dirty="0" sz="1300" spc="40">
                <a:latin typeface="Verdana"/>
                <a:cs typeface="Verdana"/>
              </a:rPr>
              <a:t> </a:t>
            </a:r>
            <a:r>
              <a:rPr dirty="0" sz="1300" spc="-145">
                <a:latin typeface="Verdana"/>
                <a:cs typeface="Verdana"/>
              </a:rPr>
              <a:t>(</a:t>
            </a:r>
            <a:r>
              <a:rPr dirty="0" sz="1300" spc="-25">
                <a:latin typeface="Verdana"/>
                <a:cs typeface="Verdana"/>
              </a:rPr>
              <a:t>6</a:t>
            </a:r>
            <a:r>
              <a:rPr dirty="0" sz="1300" spc="-145">
                <a:latin typeface="Verdana"/>
                <a:cs typeface="Verdana"/>
              </a:rPr>
              <a:t>)</a:t>
            </a:r>
            <a:r>
              <a:rPr dirty="0" sz="1300" spc="-2220">
                <a:latin typeface="Verdana"/>
                <a:cs typeface="Verdana"/>
              </a:rPr>
              <a:t>.</a:t>
            </a:r>
            <a:r>
              <a:rPr dirty="0" sz="1300" spc="-145">
                <a:solidFill>
                  <a:srgbClr val="BF0000"/>
                </a:solidFill>
                <a:latin typeface="Verdana"/>
                <a:cs typeface="Verdana"/>
              </a:rPr>
              <a:t>(</a:t>
            </a:r>
            <a:r>
              <a:rPr dirty="0" sz="1300" spc="-25">
                <a:solidFill>
                  <a:srgbClr val="BF0000"/>
                </a:solidFill>
                <a:latin typeface="Verdana"/>
                <a:cs typeface="Verdana"/>
              </a:rPr>
              <a:t>6</a:t>
            </a:r>
            <a:r>
              <a:rPr dirty="0" sz="1300" spc="-145">
                <a:solidFill>
                  <a:srgbClr val="BF0000"/>
                </a:solidFill>
                <a:latin typeface="Verdana"/>
                <a:cs typeface="Verdana"/>
              </a:rPr>
              <a:t>)</a:t>
            </a:r>
            <a:r>
              <a:rPr dirty="0" sz="1300" spc="-110">
                <a:solidFill>
                  <a:srgbClr val="BF0000"/>
                </a:solidFill>
                <a:latin typeface="Verdana"/>
                <a:cs typeface="Verdana"/>
              </a:rPr>
              <a:t>.</a:t>
            </a:r>
            <a:r>
              <a:rPr dirty="0" sz="1300" spc="-2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latin typeface="Verdana"/>
                <a:cs typeface="Verdana"/>
              </a:rPr>
              <a:t>(</a:t>
            </a:r>
            <a:r>
              <a:rPr dirty="0" sz="1300" spc="625">
                <a:latin typeface="Verdana"/>
                <a:cs typeface="Verdana"/>
              </a:rPr>
              <a:t> </a:t>
            </a:r>
            <a:r>
              <a:rPr dirty="0" sz="1300" spc="-395">
                <a:latin typeface="Verdana"/>
                <a:cs typeface="Verdana"/>
              </a:rPr>
              <a:t>Including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the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title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 spc="95">
                <a:latin typeface="Verdana"/>
                <a:cs typeface="Verdana"/>
              </a:rPr>
              <a:t>s</a:t>
            </a:r>
            <a:r>
              <a:rPr dirty="0" sz="1300" spc="40">
                <a:latin typeface="Verdana"/>
                <a:cs typeface="Verdana"/>
              </a:rPr>
              <a:t>li</a:t>
            </a:r>
            <a:r>
              <a:rPr dirty="0" sz="1300" spc="20">
                <a:latin typeface="Verdana"/>
                <a:cs typeface="Verdana"/>
              </a:rPr>
              <a:t>d</a:t>
            </a:r>
            <a:r>
              <a:rPr dirty="0" sz="1300" spc="15">
                <a:latin typeface="Verdana"/>
                <a:cs typeface="Verdana"/>
              </a:rPr>
              <a:t>e</a:t>
            </a:r>
            <a:r>
              <a:rPr dirty="0" sz="1300" spc="-16675">
                <a:latin typeface="Verdana"/>
                <a:cs typeface="Verdana"/>
              </a:rPr>
              <a:t>)</a:t>
            </a:r>
            <a:r>
              <a:rPr dirty="0" sz="1300" spc="-125">
                <a:latin typeface="Verdana"/>
                <a:cs typeface="Verdana"/>
              </a:rPr>
              <a:t>(</a:t>
            </a:r>
            <a:r>
              <a:rPr dirty="0" sz="1300" spc="-7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Including</a:t>
            </a:r>
            <a:r>
              <a:rPr dirty="0" sz="1300" spc="-6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the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title</a:t>
            </a:r>
            <a:r>
              <a:rPr dirty="0" sz="1300" spc="-7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slide)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tabLst>
                <a:tab pos="451484" algn="l"/>
              </a:tabLst>
            </a:pPr>
            <a:r>
              <a:rPr dirty="0" sz="1250" spc="270">
                <a:latin typeface="Tahoma"/>
                <a:cs typeface="Tahoma"/>
              </a:rPr>
              <a:t>2</a:t>
            </a:r>
            <a:r>
              <a:rPr dirty="0" sz="1250" spc="-855">
                <a:latin typeface="Tahoma"/>
                <a:cs typeface="Tahoma"/>
              </a:rPr>
              <a:t>.</a:t>
            </a:r>
            <a:r>
              <a:rPr dirty="0" sz="1250" spc="270">
                <a:latin typeface="Tahoma"/>
                <a:cs typeface="Tahoma"/>
              </a:rPr>
              <a:t>2</a:t>
            </a:r>
            <a:r>
              <a:rPr dirty="0" sz="1250" spc="240">
                <a:latin typeface="Tahoma"/>
                <a:cs typeface="Tahoma"/>
              </a:rPr>
              <a:t>.</a:t>
            </a:r>
            <a:r>
              <a:rPr dirty="0" sz="1250">
                <a:latin typeface="Tahoma"/>
                <a:cs typeface="Tahoma"/>
              </a:rPr>
              <a:t>	</a:t>
            </a:r>
            <a:r>
              <a:rPr dirty="0" sz="1300" spc="-819">
                <a:latin typeface="Verdana"/>
                <a:cs typeface="Verdana"/>
              </a:rPr>
              <a:t>T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-10">
                <a:latin typeface="Verdana"/>
                <a:cs typeface="Verdana"/>
              </a:rPr>
              <a:t>r</a:t>
            </a:r>
            <a:r>
              <a:rPr dirty="0" sz="1300" spc="5">
                <a:latin typeface="Verdana"/>
                <a:cs typeface="Verdana"/>
              </a:rPr>
              <a:t>y</a:t>
            </a:r>
            <a:r>
              <a:rPr dirty="0" sz="1300" spc="-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to</a:t>
            </a:r>
            <a:r>
              <a:rPr dirty="0" sz="1300" spc="-15">
                <a:latin typeface="Verdana"/>
                <a:cs typeface="Verdana"/>
              </a:rPr>
              <a:t> 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-5">
                <a:latin typeface="Verdana"/>
                <a:cs typeface="Verdana"/>
              </a:rPr>
              <a:t>v</a:t>
            </a:r>
            <a:r>
              <a:rPr dirty="0" sz="1300" spc="55">
                <a:latin typeface="Verdana"/>
                <a:cs typeface="Verdana"/>
              </a:rPr>
              <a:t>o</a:t>
            </a:r>
            <a:r>
              <a:rPr dirty="0" sz="1300" spc="40">
                <a:latin typeface="Verdana"/>
                <a:cs typeface="Verdana"/>
              </a:rPr>
              <a:t>i</a:t>
            </a:r>
            <a:r>
              <a:rPr dirty="0" sz="1300" spc="-7015">
                <a:latin typeface="Verdana"/>
                <a:cs typeface="Verdana"/>
              </a:rPr>
              <a:t>d</a:t>
            </a:r>
            <a:r>
              <a:rPr dirty="0" sz="1300" spc="-10">
                <a:latin typeface="Verdana"/>
                <a:cs typeface="Verdana"/>
              </a:rPr>
              <a:t>r</a:t>
            </a:r>
            <a:r>
              <a:rPr dirty="0" sz="1300" spc="5">
                <a:latin typeface="Verdana"/>
                <a:cs typeface="Verdana"/>
              </a:rPr>
              <a:t>y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to</a:t>
            </a:r>
            <a:r>
              <a:rPr dirty="0" sz="1300" spc="-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avoid</a:t>
            </a:r>
            <a:r>
              <a:rPr dirty="0" sz="1300" spc="10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paragraphs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and</a:t>
            </a:r>
            <a:r>
              <a:rPr dirty="0" sz="1300" spc="-1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post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y</a:t>
            </a:r>
            <a:r>
              <a:rPr dirty="0" sz="1300" spc="30">
                <a:latin typeface="Verdana"/>
                <a:cs typeface="Verdana"/>
              </a:rPr>
              <a:t>ou</a:t>
            </a:r>
            <a:r>
              <a:rPr dirty="0" sz="1300" spc="-17240">
                <a:latin typeface="Verdana"/>
                <a:cs typeface="Verdana"/>
              </a:rPr>
              <a:t>r</a:t>
            </a:r>
            <a:r>
              <a:rPr dirty="0" sz="1300" spc="15">
                <a:latin typeface="Verdana"/>
                <a:cs typeface="Verdana"/>
              </a:rPr>
              <a:t>p</a:t>
            </a:r>
            <a:r>
              <a:rPr dirty="0" sz="1300" spc="10">
                <a:latin typeface="Verdana"/>
                <a:cs typeface="Verdana"/>
              </a:rPr>
              <a:t>a</a:t>
            </a:r>
            <a:r>
              <a:rPr dirty="0" sz="1300" spc="-5">
                <a:latin typeface="Verdana"/>
                <a:cs typeface="Verdana"/>
              </a:rPr>
              <a:t>r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 spc="15">
                <a:latin typeface="Verdana"/>
                <a:cs typeface="Verdana"/>
              </a:rPr>
              <a:t>gr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 spc="65">
                <a:latin typeface="Verdana"/>
                <a:cs typeface="Verdana"/>
              </a:rPr>
              <a:t>ph</a:t>
            </a:r>
            <a:r>
              <a:rPr dirty="0" sz="1300" spc="60">
                <a:latin typeface="Verdana"/>
                <a:cs typeface="Verdana"/>
              </a:rPr>
              <a:t>s</a:t>
            </a:r>
            <a:r>
              <a:rPr dirty="0" sz="1300" spc="-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and</a:t>
            </a:r>
            <a:r>
              <a:rPr dirty="0" sz="1300" spc="-1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post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your</a:t>
            </a:r>
            <a:r>
              <a:rPr dirty="0" sz="1300" spc="10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idea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in</a:t>
            </a:r>
            <a:r>
              <a:rPr dirty="0" sz="1300" spc="-2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points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/diagrams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 spc="-50">
                <a:latin typeface="Verdana"/>
                <a:cs typeface="Verdana"/>
              </a:rPr>
              <a:t>/</a:t>
            </a:r>
            <a:r>
              <a:rPr dirty="0" sz="1300" spc="200">
                <a:latin typeface="Verdana"/>
                <a:cs typeface="Verdana"/>
              </a:rPr>
              <a:t> </a:t>
            </a:r>
            <a:r>
              <a:rPr dirty="0" sz="1300" spc="-490">
                <a:latin typeface="Verdana"/>
                <a:cs typeface="Verdana"/>
              </a:rPr>
              <a:t>Infographics</a:t>
            </a:r>
            <a:r>
              <a:rPr dirty="0" sz="1300">
                <a:latin typeface="Verdana"/>
                <a:cs typeface="Verdana"/>
              </a:rPr>
              <a:t> </a:t>
            </a:r>
            <a:r>
              <a:rPr dirty="0" sz="1300" spc="-200">
                <a:latin typeface="Verdana"/>
                <a:cs typeface="Verdana"/>
              </a:rPr>
              <a:t>/</a:t>
            </a:r>
            <a:r>
              <a:rPr dirty="0" sz="1300" spc="40">
                <a:latin typeface="Verdana"/>
                <a:cs typeface="Verdana"/>
              </a:rPr>
              <a:t>p</a:t>
            </a:r>
            <a:r>
              <a:rPr dirty="0" sz="1300" spc="25">
                <a:latin typeface="Verdana"/>
                <a:cs typeface="Verdana"/>
              </a:rPr>
              <a:t>i</a:t>
            </a:r>
            <a:r>
              <a:rPr dirty="0" sz="1300" spc="90">
                <a:latin typeface="Verdana"/>
                <a:cs typeface="Verdana"/>
              </a:rPr>
              <a:t>c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>
                <a:latin typeface="Verdana"/>
                <a:cs typeface="Verdana"/>
              </a:rPr>
              <a:t>ur</a:t>
            </a:r>
            <a:r>
              <a:rPr dirty="0" sz="1300" spc="-15">
                <a:latin typeface="Verdana"/>
                <a:cs typeface="Verdana"/>
              </a:rPr>
              <a:t>e</a:t>
            </a:r>
            <a:r>
              <a:rPr dirty="0" sz="1300" spc="-31780">
                <a:latin typeface="Verdana"/>
                <a:cs typeface="Verdana"/>
              </a:rPr>
              <a:t>s</a:t>
            </a:r>
            <a:r>
              <a:rPr dirty="0" sz="1300" spc="45">
                <a:latin typeface="Verdana"/>
                <a:cs typeface="Verdana"/>
              </a:rPr>
              <a:t>i</a:t>
            </a:r>
            <a:r>
              <a:rPr dirty="0" sz="1300" spc="15">
                <a:latin typeface="Verdana"/>
                <a:cs typeface="Verdana"/>
              </a:rPr>
              <a:t>d</a:t>
            </a:r>
            <a:r>
              <a:rPr dirty="0" sz="1300" spc="10">
                <a:latin typeface="Verdana"/>
                <a:cs typeface="Verdana"/>
              </a:rPr>
              <a:t>e</a:t>
            </a:r>
            <a:r>
              <a:rPr dirty="0" sz="1300" spc="-10">
                <a:latin typeface="Verdana"/>
                <a:cs typeface="Verdana"/>
              </a:rPr>
              <a:t>a</a:t>
            </a:r>
            <a:r>
              <a:rPr dirty="0" sz="1300">
                <a:latin typeface="Verdana"/>
                <a:cs typeface="Verdana"/>
              </a:rPr>
              <a:t> in</a:t>
            </a:r>
            <a:r>
              <a:rPr dirty="0" sz="1300" spc="1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points </a:t>
            </a:r>
            <a:r>
              <a:rPr dirty="0" sz="1300" spc="-10">
                <a:latin typeface="Verdana"/>
                <a:cs typeface="Verdana"/>
              </a:rPr>
              <a:t>/diagrams</a:t>
            </a:r>
            <a:r>
              <a:rPr dirty="0" sz="1300" spc="5">
                <a:latin typeface="Verdana"/>
                <a:cs typeface="Verdana"/>
              </a:rPr>
              <a:t> </a:t>
            </a:r>
            <a:r>
              <a:rPr dirty="0" sz="1300" spc="-210">
                <a:latin typeface="Verdana"/>
                <a:cs typeface="Verdana"/>
              </a:rPr>
              <a:t>/</a:t>
            </a:r>
            <a:r>
              <a:rPr dirty="0" sz="1300" spc="1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Infographics </a:t>
            </a:r>
            <a:r>
              <a:rPr dirty="0" sz="1300" spc="-10">
                <a:latin typeface="Verdana"/>
                <a:cs typeface="Verdana"/>
              </a:rPr>
              <a:t>/pictures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tabLst>
                <a:tab pos="451484" algn="l"/>
              </a:tabLst>
            </a:pPr>
            <a:r>
              <a:rPr dirty="0" sz="1250" spc="270">
                <a:latin typeface="Tahoma"/>
                <a:cs typeface="Tahoma"/>
              </a:rPr>
              <a:t>3</a:t>
            </a:r>
            <a:r>
              <a:rPr dirty="0" sz="1250" spc="-855">
                <a:latin typeface="Tahoma"/>
                <a:cs typeface="Tahoma"/>
              </a:rPr>
              <a:t>.</a:t>
            </a:r>
            <a:r>
              <a:rPr dirty="0" sz="1250" spc="270">
                <a:latin typeface="Tahoma"/>
                <a:cs typeface="Tahoma"/>
              </a:rPr>
              <a:t>3</a:t>
            </a:r>
            <a:r>
              <a:rPr dirty="0" sz="1250" spc="240">
                <a:latin typeface="Tahoma"/>
                <a:cs typeface="Tahoma"/>
              </a:rPr>
              <a:t>.</a:t>
            </a:r>
            <a:r>
              <a:rPr dirty="0" sz="1250">
                <a:latin typeface="Tahoma"/>
                <a:cs typeface="Tahoma"/>
              </a:rPr>
              <a:t>	</a:t>
            </a:r>
            <a:r>
              <a:rPr dirty="0" sz="1300">
                <a:latin typeface="Verdana"/>
                <a:cs typeface="Verdana"/>
              </a:rPr>
              <a:t>Keep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your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explanation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precise</a:t>
            </a:r>
            <a:r>
              <a:rPr dirty="0" sz="1300" spc="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and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easy</a:t>
            </a:r>
            <a:r>
              <a:rPr dirty="0" sz="1300" spc="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to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 spc="20">
                <a:latin typeface="Verdana"/>
                <a:cs typeface="Verdana"/>
              </a:rPr>
              <a:t>und</a:t>
            </a:r>
            <a:r>
              <a:rPr dirty="0" sz="1300" spc="15">
                <a:latin typeface="Verdana"/>
                <a:cs typeface="Verdana"/>
              </a:rPr>
              <a:t>e</a:t>
            </a:r>
            <a:r>
              <a:rPr dirty="0" sz="1300" spc="-10">
                <a:latin typeface="Verdana"/>
                <a:cs typeface="Verdana"/>
              </a:rPr>
              <a:t>r</a:t>
            </a:r>
            <a:r>
              <a:rPr dirty="0" sz="1300" spc="95">
                <a:latin typeface="Verdana"/>
                <a:cs typeface="Verdana"/>
              </a:rPr>
              <a:t>s</a:t>
            </a:r>
            <a:r>
              <a:rPr dirty="0" sz="1300" spc="-50">
                <a:latin typeface="Verdana"/>
                <a:cs typeface="Verdana"/>
              </a:rPr>
              <a:t>t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-36470">
                <a:latin typeface="Verdana"/>
                <a:cs typeface="Verdana"/>
              </a:rPr>
              <a:t>d</a:t>
            </a:r>
            <a:r>
              <a:rPr dirty="0" sz="1300" spc="95">
                <a:latin typeface="Verdana"/>
                <a:cs typeface="Verdana"/>
              </a:rPr>
              <a:t>K</a:t>
            </a:r>
            <a:r>
              <a:rPr dirty="0" sz="1300" spc="-10">
                <a:latin typeface="Verdana"/>
                <a:cs typeface="Verdana"/>
              </a:rPr>
              <a:t>ee</a:t>
            </a:r>
            <a:r>
              <a:rPr dirty="0" sz="1300" spc="40">
                <a:latin typeface="Verdana"/>
                <a:cs typeface="Verdana"/>
              </a:rPr>
              <a:t>p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your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explanation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precise</a:t>
            </a:r>
            <a:r>
              <a:rPr dirty="0" sz="1300" spc="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and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easy</a:t>
            </a:r>
            <a:r>
              <a:rPr dirty="0" sz="1300" spc="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to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 spc="-375">
                <a:latin typeface="Verdana"/>
                <a:cs typeface="Verdana"/>
              </a:rPr>
              <a:t>understand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tabLst>
                <a:tab pos="451484" algn="l"/>
              </a:tabLst>
            </a:pPr>
            <a:r>
              <a:rPr dirty="0" sz="1250" spc="270">
                <a:latin typeface="Tahoma"/>
                <a:cs typeface="Tahoma"/>
              </a:rPr>
              <a:t>4</a:t>
            </a:r>
            <a:r>
              <a:rPr dirty="0" sz="1250" spc="-855">
                <a:latin typeface="Tahoma"/>
                <a:cs typeface="Tahoma"/>
              </a:rPr>
              <a:t>.</a:t>
            </a:r>
            <a:r>
              <a:rPr dirty="0" sz="1250" spc="270">
                <a:latin typeface="Tahoma"/>
                <a:cs typeface="Tahoma"/>
              </a:rPr>
              <a:t>4</a:t>
            </a:r>
            <a:r>
              <a:rPr dirty="0" sz="1250" spc="240">
                <a:latin typeface="Tahoma"/>
                <a:cs typeface="Tahoma"/>
              </a:rPr>
              <a:t>.</a:t>
            </a:r>
            <a:r>
              <a:rPr dirty="0" sz="1250">
                <a:latin typeface="Tahoma"/>
                <a:cs typeface="Tahoma"/>
              </a:rPr>
              <a:t>	</a:t>
            </a:r>
            <a:r>
              <a:rPr dirty="0" sz="1300" spc="-35">
                <a:latin typeface="Verdana"/>
                <a:cs typeface="Verdana"/>
              </a:rPr>
              <a:t>Idea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 spc="50">
                <a:latin typeface="Verdana"/>
                <a:cs typeface="Verdana"/>
              </a:rPr>
              <a:t>should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be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unique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and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 spc="30">
                <a:latin typeface="Verdana"/>
                <a:cs typeface="Verdana"/>
              </a:rPr>
              <a:t>no</a:t>
            </a:r>
            <a:r>
              <a:rPr dirty="0" sz="1300" spc="25">
                <a:latin typeface="Verdana"/>
                <a:cs typeface="Verdana"/>
              </a:rPr>
              <a:t>v</a:t>
            </a:r>
            <a:r>
              <a:rPr dirty="0" sz="1300" spc="-5">
                <a:latin typeface="Verdana"/>
                <a:cs typeface="Verdana"/>
              </a:rPr>
              <a:t>e</a:t>
            </a:r>
            <a:r>
              <a:rPr dirty="0" sz="1300" spc="30">
                <a:latin typeface="Verdana"/>
                <a:cs typeface="Verdana"/>
              </a:rPr>
              <a:t>l</a:t>
            </a:r>
            <a:r>
              <a:rPr dirty="0" sz="1300" spc="-22180">
                <a:latin typeface="Verdana"/>
                <a:cs typeface="Verdana"/>
              </a:rPr>
              <a:t>.</a:t>
            </a:r>
            <a:r>
              <a:rPr dirty="0" sz="1300" spc="-160">
                <a:latin typeface="Verdana"/>
                <a:cs typeface="Verdana"/>
              </a:rPr>
              <a:t>I</a:t>
            </a:r>
            <a:r>
              <a:rPr dirty="0" sz="1300" spc="25">
                <a:latin typeface="Verdana"/>
                <a:cs typeface="Verdana"/>
              </a:rPr>
              <a:t>d</a:t>
            </a:r>
            <a:r>
              <a:rPr dirty="0" sz="1300" spc="15">
                <a:latin typeface="Verdana"/>
                <a:cs typeface="Verdana"/>
              </a:rPr>
              <a:t>e</a:t>
            </a:r>
            <a:r>
              <a:rPr dirty="0" sz="1300" spc="-5">
                <a:latin typeface="Verdana"/>
                <a:cs typeface="Verdana"/>
              </a:rPr>
              <a:t>a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 spc="50">
                <a:latin typeface="Verdana"/>
                <a:cs typeface="Verdana"/>
              </a:rPr>
              <a:t>should</a:t>
            </a:r>
            <a:r>
              <a:rPr dirty="0" sz="1300" spc="-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be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unique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and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novel.</a:t>
            </a:r>
            <a:endParaRPr sz="1300">
              <a:latin typeface="Verdana"/>
              <a:cs typeface="Verdana"/>
            </a:endParaRPr>
          </a:p>
          <a:p>
            <a:pPr marL="451484" indent="-452120">
              <a:lnSpc>
                <a:spcPts val="1510"/>
              </a:lnSpc>
              <a:spcBef>
                <a:spcPts val="825"/>
              </a:spcBef>
              <a:tabLst>
                <a:tab pos="451484" algn="l"/>
              </a:tabLst>
            </a:pPr>
            <a:r>
              <a:rPr dirty="0" sz="1250" spc="270">
                <a:latin typeface="Tahoma"/>
                <a:cs typeface="Tahoma"/>
              </a:rPr>
              <a:t>5</a:t>
            </a:r>
            <a:r>
              <a:rPr dirty="0" sz="1250" spc="-855">
                <a:latin typeface="Tahoma"/>
                <a:cs typeface="Tahoma"/>
              </a:rPr>
              <a:t>.</a:t>
            </a:r>
            <a:r>
              <a:rPr dirty="0" sz="1250" spc="270">
                <a:latin typeface="Tahoma"/>
                <a:cs typeface="Tahoma"/>
              </a:rPr>
              <a:t>5</a:t>
            </a:r>
            <a:r>
              <a:rPr dirty="0" sz="1250" spc="240">
                <a:latin typeface="Tahoma"/>
                <a:cs typeface="Tahoma"/>
              </a:rPr>
              <a:t>.</a:t>
            </a:r>
            <a:r>
              <a:rPr dirty="0" sz="1250">
                <a:latin typeface="Tahoma"/>
                <a:cs typeface="Tahoma"/>
              </a:rPr>
              <a:t>	</a:t>
            </a:r>
            <a:r>
              <a:rPr dirty="0" sz="1300" spc="-810">
                <a:latin typeface="Verdana"/>
                <a:cs typeface="Verdana"/>
              </a:rPr>
              <a:t>Y</a:t>
            </a:r>
            <a:r>
              <a:rPr dirty="0" sz="1300" spc="20">
                <a:latin typeface="Verdana"/>
                <a:cs typeface="Verdana"/>
              </a:rPr>
              <a:t>Y</a:t>
            </a:r>
            <a:r>
              <a:rPr dirty="0" sz="1300" spc="40">
                <a:latin typeface="Verdana"/>
                <a:cs typeface="Verdana"/>
              </a:rPr>
              <a:t>o</a:t>
            </a:r>
            <a:r>
              <a:rPr dirty="0" sz="1300" spc="-1685">
                <a:latin typeface="Verdana"/>
                <a:cs typeface="Verdana"/>
              </a:rPr>
              <a:t>u</a:t>
            </a:r>
            <a:r>
              <a:rPr dirty="0" sz="1300" spc="40">
                <a:latin typeface="Verdana"/>
                <a:cs typeface="Verdana"/>
              </a:rPr>
              <a:t>o</a:t>
            </a:r>
            <a:r>
              <a:rPr dirty="0" sz="1300" spc="45">
                <a:latin typeface="Verdana"/>
                <a:cs typeface="Verdana"/>
              </a:rPr>
              <a:t>u</a:t>
            </a:r>
            <a:r>
              <a:rPr dirty="0" sz="1300" spc="110">
                <a:latin typeface="Verdana"/>
                <a:cs typeface="Verdana"/>
              </a:rPr>
              <a:t> </a:t>
            </a:r>
            <a:r>
              <a:rPr dirty="0" sz="1300" spc="95">
                <a:latin typeface="Verdana"/>
                <a:cs typeface="Verdana"/>
              </a:rPr>
              <a:t>c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-2405">
                <a:latin typeface="Verdana"/>
                <a:cs typeface="Verdana"/>
              </a:rPr>
              <a:t>n</a:t>
            </a:r>
            <a:r>
              <a:rPr dirty="0" sz="1300" spc="95">
                <a:latin typeface="Verdana"/>
                <a:cs typeface="Verdana"/>
              </a:rPr>
              <a:t>c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114">
                <a:latin typeface="Verdana"/>
                <a:cs typeface="Verdana"/>
              </a:rPr>
              <a:t> </a:t>
            </a:r>
            <a:r>
              <a:rPr dirty="0" sz="1300" spc="40">
                <a:latin typeface="Verdana"/>
                <a:cs typeface="Verdana"/>
              </a:rPr>
              <a:t>on</a:t>
            </a:r>
            <a:r>
              <a:rPr dirty="0" sz="1300" spc="40">
                <a:latin typeface="Verdana"/>
                <a:cs typeface="Verdana"/>
              </a:rPr>
              <a:t>l</a:t>
            </a:r>
            <a:r>
              <a:rPr dirty="0" sz="1300" spc="-2910">
                <a:latin typeface="Verdana"/>
                <a:cs typeface="Verdana"/>
              </a:rPr>
              <a:t>y</a:t>
            </a:r>
            <a:r>
              <a:rPr dirty="0" sz="1300" spc="40">
                <a:latin typeface="Verdana"/>
                <a:cs typeface="Verdana"/>
              </a:rPr>
              <a:t>on</a:t>
            </a:r>
            <a:r>
              <a:rPr dirty="0" sz="1300" spc="40">
                <a:latin typeface="Verdana"/>
                <a:cs typeface="Verdana"/>
              </a:rPr>
              <a:t>l</a:t>
            </a:r>
            <a:r>
              <a:rPr dirty="0" sz="1300" spc="5">
                <a:latin typeface="Verdana"/>
                <a:cs typeface="Verdana"/>
              </a:rPr>
              <a:t>y</a:t>
            </a:r>
            <a:r>
              <a:rPr dirty="0" sz="1300" spc="110">
                <a:latin typeface="Verdana"/>
                <a:cs typeface="Verdana"/>
              </a:rPr>
              <a:t> </a:t>
            </a:r>
            <a:r>
              <a:rPr dirty="0" sz="1300" spc="60">
                <a:latin typeface="Verdana"/>
                <a:cs typeface="Verdana"/>
              </a:rPr>
              <a:t>u</a:t>
            </a:r>
            <a:r>
              <a:rPr dirty="0" sz="1300" spc="55">
                <a:latin typeface="Verdana"/>
                <a:cs typeface="Verdana"/>
              </a:rPr>
              <a:t>s</a:t>
            </a:r>
            <a:r>
              <a:rPr dirty="0" sz="1300" spc="-2440">
                <a:latin typeface="Verdana"/>
                <a:cs typeface="Verdana"/>
              </a:rPr>
              <a:t>e</a:t>
            </a:r>
            <a:r>
              <a:rPr dirty="0" sz="1300" spc="60">
                <a:latin typeface="Verdana"/>
                <a:cs typeface="Verdana"/>
              </a:rPr>
              <a:t>u</a:t>
            </a:r>
            <a:r>
              <a:rPr dirty="0" sz="1300" spc="55">
                <a:latin typeface="Verdana"/>
                <a:cs typeface="Verdana"/>
              </a:rPr>
              <a:t>s</a:t>
            </a:r>
            <a:r>
              <a:rPr dirty="0" sz="1300" spc="-5">
                <a:latin typeface="Verdana"/>
                <a:cs typeface="Verdana"/>
              </a:rPr>
              <a:t>e</a:t>
            </a:r>
            <a:r>
              <a:rPr dirty="0" sz="1300" spc="110">
                <a:latin typeface="Verdana"/>
                <a:cs typeface="Verdana"/>
              </a:rPr>
              <a:t> </a:t>
            </a:r>
            <a:r>
              <a:rPr dirty="0" sz="1300" spc="5">
                <a:latin typeface="Verdana"/>
                <a:cs typeface="Verdana"/>
              </a:rPr>
              <a:t>pr</a:t>
            </a:r>
            <a:r>
              <a:rPr dirty="0" sz="1300" spc="30">
                <a:latin typeface="Verdana"/>
                <a:cs typeface="Verdana"/>
              </a:rPr>
              <a:t>o</a:t>
            </a:r>
            <a:r>
              <a:rPr dirty="0" sz="1300" spc="25">
                <a:latin typeface="Verdana"/>
                <a:cs typeface="Verdana"/>
              </a:rPr>
              <a:t>v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10">
                <a:latin typeface="Verdana"/>
                <a:cs typeface="Verdana"/>
              </a:rPr>
              <a:t>d</a:t>
            </a:r>
            <a:r>
              <a:rPr dirty="0" sz="1300" spc="5">
                <a:latin typeface="Verdana"/>
                <a:cs typeface="Verdana"/>
              </a:rPr>
              <a:t>e</a:t>
            </a:r>
            <a:r>
              <a:rPr dirty="0" sz="1300" spc="-5935">
                <a:latin typeface="Verdana"/>
                <a:cs typeface="Verdana"/>
              </a:rPr>
              <a:t>d</a:t>
            </a:r>
            <a:r>
              <a:rPr dirty="0" sz="1300" spc="5">
                <a:latin typeface="Verdana"/>
                <a:cs typeface="Verdana"/>
              </a:rPr>
              <a:t>pr</a:t>
            </a:r>
            <a:r>
              <a:rPr dirty="0" sz="1300" spc="30">
                <a:latin typeface="Verdana"/>
                <a:cs typeface="Verdana"/>
              </a:rPr>
              <a:t>o</a:t>
            </a:r>
            <a:r>
              <a:rPr dirty="0" sz="1300" spc="25">
                <a:latin typeface="Verdana"/>
                <a:cs typeface="Verdana"/>
              </a:rPr>
              <a:t>v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10">
                <a:latin typeface="Verdana"/>
                <a:cs typeface="Verdana"/>
              </a:rPr>
              <a:t>d</a:t>
            </a:r>
            <a:r>
              <a:rPr dirty="0" sz="1300" spc="5">
                <a:latin typeface="Verdana"/>
                <a:cs typeface="Verdana"/>
              </a:rPr>
              <a:t>e</a:t>
            </a:r>
            <a:r>
              <a:rPr dirty="0" sz="1300" spc="35">
                <a:latin typeface="Verdana"/>
                <a:cs typeface="Verdana"/>
              </a:rPr>
              <a:t>d</a:t>
            </a:r>
            <a:r>
              <a:rPr dirty="0" sz="1300" spc="100">
                <a:latin typeface="Verdana"/>
                <a:cs typeface="Verdana"/>
              </a:rPr>
              <a:t> </a:t>
            </a:r>
            <a:r>
              <a:rPr dirty="0" sz="1300" spc="-60">
                <a:latin typeface="Verdana"/>
                <a:cs typeface="Verdana"/>
              </a:rPr>
              <a:t>t</a:t>
            </a:r>
            <a:r>
              <a:rPr dirty="0" sz="1300" spc="-10">
                <a:latin typeface="Verdana"/>
                <a:cs typeface="Verdana"/>
              </a:rPr>
              <a:t>e</a:t>
            </a:r>
            <a:r>
              <a:rPr dirty="0" sz="1300" spc="-20">
                <a:latin typeface="Verdana"/>
                <a:cs typeface="Verdana"/>
              </a:rPr>
              <a:t>m</a:t>
            </a:r>
            <a:r>
              <a:rPr dirty="0" sz="1300" spc="45">
                <a:latin typeface="Verdana"/>
                <a:cs typeface="Verdana"/>
              </a:rPr>
              <a:t>p</a:t>
            </a:r>
            <a:r>
              <a:rPr dirty="0" sz="1300" spc="20">
                <a:latin typeface="Verdana"/>
                <a:cs typeface="Verdana"/>
              </a:rPr>
              <a:t>l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 spc="-60">
                <a:latin typeface="Verdana"/>
                <a:cs typeface="Verdana"/>
              </a:rPr>
              <a:t>t</a:t>
            </a:r>
            <a:r>
              <a:rPr dirty="0" sz="1300" spc="-5810">
                <a:latin typeface="Verdana"/>
                <a:cs typeface="Verdana"/>
              </a:rPr>
              <a:t>e</a:t>
            </a:r>
            <a:r>
              <a:rPr dirty="0" sz="1300" spc="-60">
                <a:latin typeface="Verdana"/>
                <a:cs typeface="Verdana"/>
              </a:rPr>
              <a:t>t</a:t>
            </a:r>
            <a:r>
              <a:rPr dirty="0" sz="1300" spc="-10">
                <a:latin typeface="Verdana"/>
                <a:cs typeface="Verdana"/>
              </a:rPr>
              <a:t>e</a:t>
            </a:r>
            <a:r>
              <a:rPr dirty="0" sz="1300" spc="-20">
                <a:latin typeface="Verdana"/>
                <a:cs typeface="Verdana"/>
              </a:rPr>
              <a:t>m</a:t>
            </a:r>
            <a:r>
              <a:rPr dirty="0" sz="1300" spc="45">
                <a:latin typeface="Verdana"/>
                <a:cs typeface="Verdana"/>
              </a:rPr>
              <a:t>p</a:t>
            </a:r>
            <a:r>
              <a:rPr dirty="0" sz="1300" spc="20">
                <a:latin typeface="Verdana"/>
                <a:cs typeface="Verdana"/>
              </a:rPr>
              <a:t>l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 spc="-60">
                <a:latin typeface="Verdana"/>
                <a:cs typeface="Verdana"/>
              </a:rPr>
              <a:t>t</a:t>
            </a:r>
            <a:r>
              <a:rPr dirty="0" sz="1300">
                <a:latin typeface="Verdana"/>
                <a:cs typeface="Verdana"/>
              </a:rPr>
              <a:t>e</a:t>
            </a:r>
            <a:r>
              <a:rPr dirty="0" sz="1300" spc="90">
                <a:latin typeface="Verdana"/>
                <a:cs typeface="Verdana"/>
              </a:rPr>
              <a:t> </a:t>
            </a:r>
            <a:r>
              <a:rPr dirty="0" sz="1300" spc="5">
                <a:latin typeface="Verdana"/>
                <a:cs typeface="Verdana"/>
              </a:rPr>
              <a:t>f</a:t>
            </a:r>
            <a:r>
              <a:rPr dirty="0" sz="1300" spc="20">
                <a:latin typeface="Verdana"/>
                <a:cs typeface="Verdana"/>
              </a:rPr>
              <a:t>o</a:t>
            </a:r>
            <a:r>
              <a:rPr dirty="0" sz="1300" spc="-1860">
                <a:latin typeface="Verdana"/>
                <a:cs typeface="Verdana"/>
              </a:rPr>
              <a:t>r</a:t>
            </a:r>
            <a:r>
              <a:rPr dirty="0" sz="1300" spc="5">
                <a:latin typeface="Verdana"/>
                <a:cs typeface="Verdana"/>
              </a:rPr>
              <a:t>f</a:t>
            </a:r>
            <a:r>
              <a:rPr dirty="0" sz="1300" spc="20">
                <a:latin typeface="Verdana"/>
                <a:cs typeface="Verdana"/>
              </a:rPr>
              <a:t>o</a:t>
            </a:r>
            <a:r>
              <a:rPr dirty="0" sz="1300" spc="25">
                <a:latin typeface="Verdana"/>
                <a:cs typeface="Verdana"/>
              </a:rPr>
              <a:t>r</a:t>
            </a:r>
            <a:r>
              <a:rPr dirty="0" sz="1300" spc="130">
                <a:latin typeface="Verdana"/>
                <a:cs typeface="Verdana"/>
              </a:rPr>
              <a:t> </a:t>
            </a:r>
            <a:r>
              <a:rPr dirty="0" sz="1300" spc="-40">
                <a:latin typeface="Verdana"/>
                <a:cs typeface="Verdana"/>
              </a:rPr>
              <a:t>m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-5">
                <a:latin typeface="Verdana"/>
                <a:cs typeface="Verdana"/>
              </a:rPr>
              <a:t>k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-4930">
                <a:latin typeface="Verdana"/>
                <a:cs typeface="Verdana"/>
              </a:rPr>
              <a:t>g</a:t>
            </a:r>
            <a:r>
              <a:rPr dirty="0" sz="1300" spc="-40">
                <a:latin typeface="Verdana"/>
                <a:cs typeface="Verdana"/>
              </a:rPr>
              <a:t>m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-5">
                <a:latin typeface="Verdana"/>
                <a:cs typeface="Verdana"/>
              </a:rPr>
              <a:t>k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30">
                <a:latin typeface="Verdana"/>
                <a:cs typeface="Verdana"/>
              </a:rPr>
              <a:t>g</a:t>
            </a:r>
            <a:r>
              <a:rPr dirty="0" sz="1300" spc="85">
                <a:latin typeface="Verdana"/>
                <a:cs typeface="Verdana"/>
              </a:rPr>
              <a:t> 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-210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20">
                <a:latin typeface="Verdana"/>
                <a:cs typeface="Verdana"/>
              </a:rPr>
              <a:t>e</a:t>
            </a:r>
            <a:r>
              <a:rPr dirty="0" sz="1300" spc="130">
                <a:latin typeface="Verdana"/>
                <a:cs typeface="Verdana"/>
              </a:rPr>
              <a:t> </a:t>
            </a:r>
            <a:r>
              <a:rPr dirty="0" sz="1300" spc="190">
                <a:latin typeface="Verdana"/>
                <a:cs typeface="Verdana"/>
              </a:rPr>
              <a:t>PP</a:t>
            </a:r>
            <a:r>
              <a:rPr dirty="0" sz="1300" spc="-2670">
                <a:latin typeface="Verdana"/>
                <a:cs typeface="Verdana"/>
              </a:rPr>
              <a:t>T</a:t>
            </a:r>
            <a:r>
              <a:rPr dirty="0" sz="1300" spc="190">
                <a:latin typeface="Verdana"/>
                <a:cs typeface="Verdana"/>
              </a:rPr>
              <a:t>PP</a:t>
            </a:r>
            <a:r>
              <a:rPr dirty="0" sz="1300" spc="95">
                <a:latin typeface="Verdana"/>
                <a:cs typeface="Verdana"/>
              </a:rPr>
              <a:t>T</a:t>
            </a:r>
            <a:r>
              <a:rPr dirty="0" sz="1300" spc="200">
                <a:latin typeface="Verdana"/>
                <a:cs typeface="Verdana"/>
              </a:rPr>
              <a:t> </a:t>
            </a:r>
            <a:r>
              <a:rPr dirty="0" sz="1300" spc="-360">
                <a:latin typeface="Verdana"/>
                <a:cs typeface="Verdana"/>
              </a:rPr>
              <a:t>w</a:t>
            </a:r>
            <a:r>
              <a:rPr dirty="0" sz="1300" spc="-325">
                <a:latin typeface="Verdana"/>
                <a:cs typeface="Verdana"/>
              </a:rPr>
              <a:t>i</a:t>
            </a:r>
            <a:r>
              <a:rPr dirty="0" sz="1300" spc="-425">
                <a:latin typeface="Verdana"/>
                <a:cs typeface="Verdana"/>
              </a:rPr>
              <a:t>t</a:t>
            </a:r>
            <a:r>
              <a:rPr dirty="0" sz="1300" spc="-355">
                <a:latin typeface="Verdana"/>
                <a:cs typeface="Verdana"/>
              </a:rPr>
              <a:t>hou</a:t>
            </a:r>
            <a:r>
              <a:rPr dirty="0" sz="1300" spc="-5380">
                <a:latin typeface="Verdana"/>
                <a:cs typeface="Verdana"/>
              </a:rPr>
              <a:t>t</a:t>
            </a:r>
            <a:r>
              <a:rPr dirty="0" sz="1300" spc="-360">
                <a:latin typeface="Verdana"/>
                <a:cs typeface="Verdana"/>
              </a:rPr>
              <a:t>w</a:t>
            </a:r>
            <a:r>
              <a:rPr dirty="0" sz="1300" spc="-325">
                <a:latin typeface="Verdana"/>
                <a:cs typeface="Verdana"/>
              </a:rPr>
              <a:t>i</a:t>
            </a:r>
            <a:r>
              <a:rPr dirty="0" sz="1300" spc="-425">
                <a:latin typeface="Verdana"/>
                <a:cs typeface="Verdana"/>
              </a:rPr>
              <a:t>t</a:t>
            </a:r>
            <a:r>
              <a:rPr dirty="0" sz="1300" spc="-355">
                <a:latin typeface="Verdana"/>
                <a:cs typeface="Verdana"/>
              </a:rPr>
              <a:t>hou</a:t>
            </a:r>
            <a:r>
              <a:rPr dirty="0" sz="1300" spc="-350">
                <a:latin typeface="Verdana"/>
                <a:cs typeface="Verdana"/>
              </a:rPr>
              <a:t>t</a:t>
            </a:r>
            <a:r>
              <a:rPr dirty="0" sz="1300" spc="105">
                <a:latin typeface="Verdana"/>
                <a:cs typeface="Verdana"/>
              </a:rPr>
              <a:t> </a:t>
            </a:r>
            <a:r>
              <a:rPr dirty="0" sz="1300" spc="95">
                <a:latin typeface="Verdana"/>
                <a:cs typeface="Verdana"/>
              </a:rPr>
              <a:t>c</a:t>
            </a:r>
            <a:r>
              <a:rPr dirty="0" sz="1300" spc="5">
                <a:latin typeface="Verdana"/>
                <a:cs typeface="Verdana"/>
              </a:rPr>
              <a:t>h</a:t>
            </a:r>
            <a:r>
              <a:rPr dirty="0" sz="1300">
                <a:latin typeface="Verdana"/>
                <a:cs typeface="Verdana"/>
              </a:rPr>
              <a:t>a</a:t>
            </a:r>
            <a:r>
              <a:rPr dirty="0" sz="1300" spc="30">
                <a:latin typeface="Verdana"/>
                <a:cs typeface="Verdana"/>
              </a:rPr>
              <a:t>ng</a:t>
            </a:r>
            <a:r>
              <a:rPr dirty="0" sz="1300" spc="40">
                <a:latin typeface="Verdana"/>
                <a:cs typeface="Verdana"/>
              </a:rPr>
              <a:t>i</a:t>
            </a:r>
            <a:r>
              <a:rPr dirty="0" sz="1300" spc="20">
                <a:latin typeface="Verdana"/>
                <a:cs typeface="Verdana"/>
              </a:rPr>
              <a:t>n</a:t>
            </a:r>
            <a:r>
              <a:rPr dirty="0" sz="1300" spc="-6260">
                <a:latin typeface="Verdana"/>
                <a:cs typeface="Verdana"/>
              </a:rPr>
              <a:t>g</a:t>
            </a:r>
            <a:r>
              <a:rPr dirty="0" sz="1300" spc="95">
                <a:latin typeface="Verdana"/>
                <a:cs typeface="Verdana"/>
              </a:rPr>
              <a:t>c</a:t>
            </a:r>
            <a:r>
              <a:rPr dirty="0" sz="1300" spc="5">
                <a:latin typeface="Verdana"/>
                <a:cs typeface="Verdana"/>
              </a:rPr>
              <a:t>h</a:t>
            </a:r>
            <a:r>
              <a:rPr dirty="0" sz="1300">
                <a:latin typeface="Verdana"/>
                <a:cs typeface="Verdana"/>
              </a:rPr>
              <a:t>a</a:t>
            </a:r>
            <a:r>
              <a:rPr dirty="0" sz="1300" spc="30">
                <a:latin typeface="Verdana"/>
                <a:cs typeface="Verdana"/>
              </a:rPr>
              <a:t>ng</a:t>
            </a:r>
            <a:r>
              <a:rPr dirty="0" sz="1300" spc="40">
                <a:latin typeface="Verdana"/>
                <a:cs typeface="Verdana"/>
              </a:rPr>
              <a:t>i</a:t>
            </a:r>
            <a:r>
              <a:rPr dirty="0" sz="1300" spc="20">
                <a:latin typeface="Verdana"/>
                <a:cs typeface="Verdana"/>
              </a:rPr>
              <a:t>n</a:t>
            </a:r>
            <a:r>
              <a:rPr dirty="0" sz="1300" spc="25">
                <a:latin typeface="Verdana"/>
                <a:cs typeface="Verdana"/>
              </a:rPr>
              <a:t>g</a:t>
            </a:r>
            <a:r>
              <a:rPr dirty="0" sz="1300" spc="114">
                <a:latin typeface="Verdana"/>
                <a:cs typeface="Verdana"/>
              </a:rPr>
              <a:t> 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-210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20">
                <a:latin typeface="Verdana"/>
                <a:cs typeface="Verdana"/>
              </a:rPr>
              <a:t>e</a:t>
            </a:r>
            <a:r>
              <a:rPr dirty="0" sz="1300" spc="125">
                <a:latin typeface="Verdana"/>
                <a:cs typeface="Verdana"/>
              </a:rPr>
              <a:t> 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15">
                <a:latin typeface="Verdana"/>
                <a:cs typeface="Verdana"/>
              </a:rPr>
              <a:t>d</a:t>
            </a:r>
            <a:r>
              <a:rPr dirty="0" sz="1300" spc="10">
                <a:latin typeface="Verdana"/>
                <a:cs typeface="Verdana"/>
              </a:rPr>
              <a:t>e</a:t>
            </a:r>
            <a:r>
              <a:rPr dirty="0" sz="1300" spc="-2845">
                <a:latin typeface="Verdana"/>
                <a:cs typeface="Verdana"/>
              </a:rPr>
              <a:t>a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15">
                <a:latin typeface="Verdana"/>
                <a:cs typeface="Verdana"/>
              </a:rPr>
              <a:t>d</a:t>
            </a:r>
            <a:r>
              <a:rPr dirty="0" sz="1300" spc="10">
                <a:latin typeface="Verdana"/>
                <a:cs typeface="Verdana"/>
              </a:rPr>
              <a:t>e</a:t>
            </a:r>
            <a:r>
              <a:rPr dirty="0" sz="1300" spc="-10">
                <a:latin typeface="Verdana"/>
                <a:cs typeface="Verdana"/>
              </a:rPr>
              <a:t>a</a:t>
            </a:r>
            <a:r>
              <a:rPr dirty="0" sz="1300" spc="130">
                <a:latin typeface="Verdana"/>
                <a:cs typeface="Verdana"/>
              </a:rPr>
              <a:t> </a:t>
            </a:r>
            <a:r>
              <a:rPr dirty="0" sz="1300" spc="5">
                <a:latin typeface="Verdana"/>
                <a:cs typeface="Verdana"/>
              </a:rPr>
              <a:t>d</a:t>
            </a:r>
            <a:r>
              <a:rPr dirty="0" sz="130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-30">
                <a:latin typeface="Verdana"/>
                <a:cs typeface="Verdana"/>
              </a:rPr>
              <a:t>a</a:t>
            </a:r>
            <a:r>
              <a:rPr dirty="0" sz="1300" spc="45">
                <a:latin typeface="Verdana"/>
                <a:cs typeface="Verdana"/>
              </a:rPr>
              <a:t>il</a:t>
            </a:r>
            <a:r>
              <a:rPr dirty="0" sz="1300" spc="-4385">
                <a:latin typeface="Verdana"/>
                <a:cs typeface="Verdana"/>
              </a:rPr>
              <a:t>s</a:t>
            </a:r>
            <a:r>
              <a:rPr dirty="0" sz="1300" spc="5">
                <a:latin typeface="Verdana"/>
                <a:cs typeface="Verdana"/>
              </a:rPr>
              <a:t>d</a:t>
            </a:r>
            <a:r>
              <a:rPr dirty="0" sz="130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-30">
                <a:latin typeface="Verdana"/>
                <a:cs typeface="Verdana"/>
              </a:rPr>
              <a:t>a</a:t>
            </a:r>
            <a:r>
              <a:rPr dirty="0" sz="1300" spc="45">
                <a:latin typeface="Verdana"/>
                <a:cs typeface="Verdana"/>
              </a:rPr>
              <a:t>il</a:t>
            </a:r>
            <a:r>
              <a:rPr dirty="0" sz="1300" spc="95">
                <a:latin typeface="Verdana"/>
                <a:cs typeface="Verdana"/>
              </a:rPr>
              <a:t>s</a:t>
            </a:r>
            <a:r>
              <a:rPr dirty="0" sz="1300" spc="125">
                <a:latin typeface="Verdana"/>
                <a:cs typeface="Verdana"/>
              </a:rPr>
              <a:t> </a:t>
            </a:r>
            <a:r>
              <a:rPr dirty="0" sz="1300" spc="40">
                <a:latin typeface="Verdana"/>
                <a:cs typeface="Verdana"/>
              </a:rPr>
              <a:t>po</a:t>
            </a:r>
            <a:r>
              <a:rPr dirty="0" sz="1300" spc="35">
                <a:latin typeface="Verdana"/>
                <a:cs typeface="Verdana"/>
              </a:rPr>
              <a:t>i</a:t>
            </a:r>
            <a:r>
              <a:rPr dirty="0" sz="1300" spc="-25">
                <a:latin typeface="Verdana"/>
                <a:cs typeface="Verdana"/>
              </a:rPr>
              <a:t>n</a:t>
            </a:r>
            <a:r>
              <a:rPr dirty="0" sz="1300" spc="-15">
                <a:latin typeface="Verdana"/>
                <a:cs typeface="Verdana"/>
              </a:rPr>
              <a:t>t</a:t>
            </a:r>
            <a:r>
              <a:rPr dirty="0" sz="1300" spc="-20">
                <a:latin typeface="Verdana"/>
                <a:cs typeface="Verdana"/>
              </a:rPr>
              <a:t>e</a:t>
            </a:r>
            <a:r>
              <a:rPr dirty="0" sz="1300" spc="-15">
                <a:latin typeface="Verdana"/>
                <a:cs typeface="Verdana"/>
              </a:rPr>
              <a:t>r</a:t>
            </a:r>
            <a:r>
              <a:rPr dirty="0" sz="1300" spc="-5485">
                <a:latin typeface="Verdana"/>
                <a:cs typeface="Verdana"/>
              </a:rPr>
              <a:t>s</a:t>
            </a:r>
            <a:r>
              <a:rPr dirty="0" sz="1300" spc="40">
                <a:latin typeface="Verdana"/>
                <a:cs typeface="Verdana"/>
              </a:rPr>
              <a:t>po</a:t>
            </a:r>
            <a:r>
              <a:rPr dirty="0" sz="1300" spc="35">
                <a:latin typeface="Verdana"/>
                <a:cs typeface="Verdana"/>
              </a:rPr>
              <a:t>i</a:t>
            </a:r>
            <a:r>
              <a:rPr dirty="0" sz="1300" spc="-25">
                <a:latin typeface="Verdana"/>
                <a:cs typeface="Verdana"/>
              </a:rPr>
              <a:t>n</a:t>
            </a:r>
            <a:r>
              <a:rPr dirty="0" sz="1300" spc="-15">
                <a:latin typeface="Verdana"/>
                <a:cs typeface="Verdana"/>
              </a:rPr>
              <a:t>t</a:t>
            </a:r>
            <a:r>
              <a:rPr dirty="0" sz="1300" spc="-20">
                <a:latin typeface="Verdana"/>
                <a:cs typeface="Verdana"/>
              </a:rPr>
              <a:t>e</a:t>
            </a:r>
            <a:r>
              <a:rPr dirty="0" sz="1300" spc="-15">
                <a:latin typeface="Verdana"/>
                <a:cs typeface="Verdana"/>
              </a:rPr>
              <a:t>r</a:t>
            </a:r>
            <a:r>
              <a:rPr dirty="0" sz="1300" spc="95">
                <a:latin typeface="Verdana"/>
                <a:cs typeface="Verdana"/>
              </a:rPr>
              <a:t>s</a:t>
            </a:r>
            <a:r>
              <a:rPr dirty="0" sz="1300" spc="13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(mentioned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in</a:t>
            </a:r>
            <a:r>
              <a:rPr dirty="0" sz="1300" spc="-7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previous </a:t>
            </a:r>
            <a:r>
              <a:rPr dirty="0" sz="1300" spc="90">
                <a:latin typeface="Verdana"/>
                <a:cs typeface="Verdana"/>
              </a:rPr>
              <a:t>s</a:t>
            </a:r>
            <a:r>
              <a:rPr dirty="0" sz="1300" spc="40">
                <a:latin typeface="Verdana"/>
                <a:cs typeface="Verdana"/>
              </a:rPr>
              <a:t>li</a:t>
            </a:r>
            <a:r>
              <a:rPr dirty="0" sz="1300" spc="20">
                <a:latin typeface="Verdana"/>
                <a:cs typeface="Verdana"/>
              </a:rPr>
              <a:t>d</a:t>
            </a:r>
            <a:r>
              <a:rPr dirty="0" sz="1300" spc="15">
                <a:latin typeface="Verdana"/>
                <a:cs typeface="Verdana"/>
              </a:rPr>
              <a:t>e</a:t>
            </a:r>
            <a:r>
              <a:rPr dirty="0" sz="1300" spc="90">
                <a:latin typeface="Verdana"/>
                <a:cs typeface="Verdana"/>
              </a:rPr>
              <a:t>s</a:t>
            </a:r>
            <a:r>
              <a:rPr dirty="0" sz="1300" spc="-140">
                <a:latin typeface="Verdana"/>
                <a:cs typeface="Verdana"/>
              </a:rPr>
              <a:t>)</a:t>
            </a:r>
            <a:r>
              <a:rPr dirty="0" sz="1300" spc="-20760">
                <a:latin typeface="Verdana"/>
                <a:cs typeface="Verdana"/>
              </a:rPr>
              <a:t>.</a:t>
            </a:r>
            <a:r>
              <a:rPr dirty="0" sz="1300" spc="-140">
                <a:latin typeface="Verdana"/>
                <a:cs typeface="Verdana"/>
              </a:rPr>
              <a:t>(</a:t>
            </a:r>
            <a:r>
              <a:rPr dirty="0" sz="1300" spc="-30">
                <a:latin typeface="Verdana"/>
                <a:cs typeface="Verdana"/>
              </a:rPr>
              <a:t>m</a:t>
            </a:r>
            <a:r>
              <a:rPr dirty="0" sz="1300" spc="-10">
                <a:latin typeface="Verdana"/>
                <a:cs typeface="Verdana"/>
              </a:rPr>
              <a:t>e</a:t>
            </a:r>
            <a:r>
              <a:rPr dirty="0" sz="1300" spc="-15">
                <a:latin typeface="Verdana"/>
                <a:cs typeface="Verdana"/>
              </a:rPr>
              <a:t>n</a:t>
            </a:r>
            <a:r>
              <a:rPr dirty="0" sz="1300" spc="-15">
                <a:latin typeface="Verdana"/>
                <a:cs typeface="Verdana"/>
              </a:rPr>
              <a:t>t</a:t>
            </a:r>
            <a:r>
              <a:rPr dirty="0" sz="1300" spc="40">
                <a:latin typeface="Verdana"/>
                <a:cs typeface="Verdana"/>
              </a:rPr>
              <a:t>i</a:t>
            </a:r>
            <a:r>
              <a:rPr dirty="0" sz="1300" spc="25">
                <a:latin typeface="Verdana"/>
                <a:cs typeface="Verdana"/>
              </a:rPr>
              <a:t>on</a:t>
            </a:r>
            <a:r>
              <a:rPr dirty="0" sz="1300" spc="20">
                <a:latin typeface="Verdana"/>
                <a:cs typeface="Verdana"/>
              </a:rPr>
              <a:t>e</a:t>
            </a:r>
            <a:r>
              <a:rPr dirty="0" sz="1300" spc="40">
                <a:latin typeface="Verdana"/>
                <a:cs typeface="Verdana"/>
              </a:rPr>
              <a:t>d</a:t>
            </a:r>
            <a:r>
              <a:rPr dirty="0" sz="1300" spc="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in</a:t>
            </a:r>
            <a:r>
              <a:rPr dirty="0" sz="1300" spc="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previous</a:t>
            </a:r>
            <a:r>
              <a:rPr dirty="0" sz="1300" spc="2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slides).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5"/>
              </a:spcBef>
              <a:tabLst>
                <a:tab pos="451484" algn="l"/>
              </a:tabLst>
            </a:pPr>
            <a:r>
              <a:rPr dirty="0" sz="1250" spc="270">
                <a:latin typeface="Tahoma"/>
                <a:cs typeface="Tahoma"/>
              </a:rPr>
              <a:t>6</a:t>
            </a:r>
            <a:r>
              <a:rPr dirty="0" sz="1250" spc="-855">
                <a:latin typeface="Tahoma"/>
                <a:cs typeface="Tahoma"/>
              </a:rPr>
              <a:t>.</a:t>
            </a:r>
            <a:r>
              <a:rPr dirty="0" sz="1250" spc="270">
                <a:latin typeface="Tahoma"/>
                <a:cs typeface="Tahoma"/>
              </a:rPr>
              <a:t>6</a:t>
            </a:r>
            <a:r>
              <a:rPr dirty="0" sz="1250" spc="240">
                <a:latin typeface="Tahoma"/>
                <a:cs typeface="Tahoma"/>
              </a:rPr>
              <a:t>.</a:t>
            </a:r>
            <a:r>
              <a:rPr dirty="0" sz="1250">
                <a:latin typeface="Tahoma"/>
                <a:cs typeface="Tahoma"/>
              </a:rPr>
              <a:t>	</a:t>
            </a:r>
            <a:r>
              <a:rPr dirty="0" sz="1300" spc="-810">
                <a:latin typeface="Verdana"/>
                <a:cs typeface="Verdana"/>
              </a:rPr>
              <a:t>Y</a:t>
            </a:r>
            <a:r>
              <a:rPr dirty="0" sz="1300" spc="20">
                <a:latin typeface="Verdana"/>
                <a:cs typeface="Verdana"/>
              </a:rPr>
              <a:t>Y</a:t>
            </a:r>
            <a:r>
              <a:rPr dirty="0" sz="1300" spc="40">
                <a:latin typeface="Verdana"/>
                <a:cs typeface="Verdana"/>
              </a:rPr>
              <a:t>o</a:t>
            </a:r>
            <a:r>
              <a:rPr dirty="0" sz="1300" spc="-1685">
                <a:latin typeface="Verdana"/>
                <a:cs typeface="Verdana"/>
              </a:rPr>
              <a:t>u</a:t>
            </a:r>
            <a:r>
              <a:rPr dirty="0" sz="1300" spc="40">
                <a:latin typeface="Verdana"/>
                <a:cs typeface="Verdana"/>
              </a:rPr>
              <a:t>o</a:t>
            </a:r>
            <a:r>
              <a:rPr dirty="0" sz="1300" spc="45">
                <a:latin typeface="Verdana"/>
                <a:cs typeface="Verdana"/>
              </a:rPr>
              <a:t>u</a:t>
            </a:r>
            <a:r>
              <a:rPr dirty="0" sz="1300" spc="135">
                <a:latin typeface="Verdana"/>
                <a:cs typeface="Verdana"/>
              </a:rPr>
              <a:t> </a:t>
            </a:r>
            <a:r>
              <a:rPr dirty="0" sz="1300" spc="15">
                <a:latin typeface="Verdana"/>
                <a:cs typeface="Verdana"/>
              </a:rPr>
              <a:t>n</a:t>
            </a:r>
            <a:r>
              <a:rPr dirty="0" sz="1300" spc="10">
                <a:latin typeface="Verdana"/>
                <a:cs typeface="Verdana"/>
              </a:rPr>
              <a:t>e</a:t>
            </a:r>
            <a:r>
              <a:rPr dirty="0" sz="1300" spc="-5">
                <a:latin typeface="Verdana"/>
                <a:cs typeface="Verdana"/>
              </a:rPr>
              <a:t>e</a:t>
            </a:r>
            <a:r>
              <a:rPr dirty="0" sz="1300" spc="-3250">
                <a:latin typeface="Verdana"/>
                <a:cs typeface="Verdana"/>
              </a:rPr>
              <a:t>d</a:t>
            </a:r>
            <a:r>
              <a:rPr dirty="0" sz="1300" spc="15">
                <a:latin typeface="Verdana"/>
                <a:cs typeface="Verdana"/>
              </a:rPr>
              <a:t>n</a:t>
            </a:r>
            <a:r>
              <a:rPr dirty="0" sz="1300" spc="10">
                <a:latin typeface="Verdana"/>
                <a:cs typeface="Verdana"/>
              </a:rPr>
              <a:t>e</a:t>
            </a:r>
            <a:r>
              <a:rPr dirty="0" sz="1300" spc="-5">
                <a:latin typeface="Verdana"/>
                <a:cs typeface="Verdana"/>
              </a:rPr>
              <a:t>e</a:t>
            </a:r>
            <a:r>
              <a:rPr dirty="0" sz="1300" spc="45">
                <a:latin typeface="Verdana"/>
                <a:cs typeface="Verdana"/>
              </a:rPr>
              <a:t>d</a:t>
            </a:r>
            <a:r>
              <a:rPr dirty="0" sz="1300" spc="155">
                <a:latin typeface="Verdana"/>
                <a:cs typeface="Verdana"/>
              </a:rPr>
              <a:t> </a:t>
            </a:r>
            <a:r>
              <a:rPr dirty="0" sz="1300" spc="-60">
                <a:latin typeface="Verdana"/>
                <a:cs typeface="Verdana"/>
              </a:rPr>
              <a:t>t</a:t>
            </a:r>
            <a:r>
              <a:rPr dirty="0" sz="1300" spc="-1270">
                <a:latin typeface="Verdana"/>
                <a:cs typeface="Verdana"/>
              </a:rPr>
              <a:t>o</a:t>
            </a:r>
            <a:r>
              <a:rPr dirty="0" sz="1300" spc="-60">
                <a:latin typeface="Verdana"/>
                <a:cs typeface="Verdana"/>
              </a:rPr>
              <a:t>t</a:t>
            </a:r>
            <a:r>
              <a:rPr dirty="0" sz="1300" spc="60">
                <a:latin typeface="Verdana"/>
                <a:cs typeface="Verdana"/>
              </a:rPr>
              <a:t>o</a:t>
            </a:r>
            <a:r>
              <a:rPr dirty="0" sz="1300" spc="160">
                <a:latin typeface="Verdana"/>
                <a:cs typeface="Verdana"/>
              </a:rPr>
              <a:t> </a:t>
            </a:r>
            <a:r>
              <a:rPr dirty="0" sz="1300" spc="95">
                <a:latin typeface="Verdana"/>
                <a:cs typeface="Verdana"/>
              </a:rPr>
              <a:t>s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>
                <a:latin typeface="Verdana"/>
                <a:cs typeface="Verdana"/>
              </a:rPr>
              <a:t>v</a:t>
            </a:r>
            <a:r>
              <a:rPr dirty="0" sz="1300" spc="-3135">
                <a:latin typeface="Verdana"/>
                <a:cs typeface="Verdana"/>
              </a:rPr>
              <a:t>e</a:t>
            </a:r>
            <a:r>
              <a:rPr dirty="0" sz="1300" spc="95">
                <a:latin typeface="Verdana"/>
                <a:cs typeface="Verdana"/>
              </a:rPr>
              <a:t>s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>
                <a:latin typeface="Verdana"/>
                <a:cs typeface="Verdana"/>
              </a:rPr>
              <a:t>v</a:t>
            </a:r>
            <a:r>
              <a:rPr dirty="0" sz="1300">
                <a:latin typeface="Verdana"/>
                <a:cs typeface="Verdana"/>
              </a:rPr>
              <a:t>e</a:t>
            </a:r>
            <a:r>
              <a:rPr dirty="0" sz="1300" spc="150">
                <a:latin typeface="Verdana"/>
                <a:cs typeface="Verdana"/>
              </a:rPr>
              <a:t> 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-210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20">
                <a:latin typeface="Verdana"/>
                <a:cs typeface="Verdana"/>
              </a:rPr>
              <a:t>e</a:t>
            </a:r>
            <a:r>
              <a:rPr dirty="0" sz="1300" spc="15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f</a:t>
            </a:r>
            <a:r>
              <a:rPr dirty="0" sz="1300" spc="40">
                <a:latin typeface="Verdana"/>
                <a:cs typeface="Verdana"/>
              </a:rPr>
              <a:t>il</a:t>
            </a:r>
            <a:r>
              <a:rPr dirty="0" sz="1300" spc="-2070">
                <a:latin typeface="Verdana"/>
                <a:cs typeface="Verdana"/>
              </a:rPr>
              <a:t>e</a:t>
            </a:r>
            <a:r>
              <a:rPr dirty="0" sz="1300">
                <a:latin typeface="Verdana"/>
                <a:cs typeface="Verdana"/>
              </a:rPr>
              <a:t>f</a:t>
            </a:r>
            <a:r>
              <a:rPr dirty="0" sz="1300" spc="40">
                <a:latin typeface="Verdana"/>
                <a:cs typeface="Verdana"/>
              </a:rPr>
              <a:t>il</a:t>
            </a:r>
            <a:r>
              <a:rPr dirty="0" sz="1300" spc="-15">
                <a:latin typeface="Verdana"/>
                <a:cs typeface="Verdana"/>
              </a:rPr>
              <a:t>e</a:t>
            </a:r>
            <a:r>
              <a:rPr dirty="0" sz="1300" spc="150">
                <a:latin typeface="Verdana"/>
                <a:cs typeface="Verdana"/>
              </a:rPr>
              <a:t> 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-1250">
                <a:latin typeface="Verdana"/>
                <a:cs typeface="Verdana"/>
              </a:rPr>
              <a:t>n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15">
                <a:latin typeface="Verdana"/>
                <a:cs typeface="Verdana"/>
              </a:rPr>
              <a:t>n</a:t>
            </a:r>
            <a:r>
              <a:rPr dirty="0" sz="1300" spc="140">
                <a:latin typeface="Verdana"/>
                <a:cs typeface="Verdana"/>
              </a:rPr>
              <a:t> </a:t>
            </a:r>
            <a:r>
              <a:rPr dirty="0" sz="1300" spc="155">
                <a:latin typeface="Verdana"/>
                <a:cs typeface="Verdana"/>
              </a:rPr>
              <a:t>P</a:t>
            </a:r>
            <a:r>
              <a:rPr dirty="0" sz="1300" spc="-20">
                <a:latin typeface="Verdana"/>
                <a:cs typeface="Verdana"/>
              </a:rPr>
              <a:t>D</a:t>
            </a:r>
            <a:r>
              <a:rPr dirty="0" sz="1300" spc="-2715">
                <a:latin typeface="Verdana"/>
                <a:cs typeface="Verdana"/>
              </a:rPr>
              <a:t>F</a:t>
            </a:r>
            <a:r>
              <a:rPr dirty="0" sz="1300" spc="155">
                <a:latin typeface="Verdana"/>
                <a:cs typeface="Verdana"/>
              </a:rPr>
              <a:t>P</a:t>
            </a:r>
            <a:r>
              <a:rPr dirty="0" sz="1300" spc="-20">
                <a:latin typeface="Verdana"/>
                <a:cs typeface="Verdana"/>
              </a:rPr>
              <a:t>D</a:t>
            </a:r>
            <a:r>
              <a:rPr dirty="0" sz="1300" spc="114">
                <a:latin typeface="Verdana"/>
                <a:cs typeface="Verdana"/>
              </a:rPr>
              <a:t>F</a:t>
            </a:r>
            <a:r>
              <a:rPr dirty="0" sz="1300" spc="135">
                <a:latin typeface="Verdana"/>
                <a:cs typeface="Verdana"/>
              </a:rPr>
              <a:t> 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-2485">
                <a:latin typeface="Verdana"/>
                <a:cs typeface="Verdana"/>
              </a:rPr>
              <a:t>d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30">
                <a:latin typeface="Verdana"/>
                <a:cs typeface="Verdana"/>
              </a:rPr>
              <a:t>d</a:t>
            </a:r>
            <a:r>
              <a:rPr dirty="0" sz="1300" spc="155">
                <a:latin typeface="Verdana"/>
                <a:cs typeface="Verdana"/>
              </a:rPr>
              <a:t> </a:t>
            </a:r>
            <a:r>
              <a:rPr dirty="0" sz="1300" spc="35">
                <a:latin typeface="Verdana"/>
                <a:cs typeface="Verdana"/>
              </a:rPr>
              <a:t>up</a:t>
            </a:r>
            <a:r>
              <a:rPr dirty="0" sz="1300" spc="40">
                <a:latin typeface="Verdana"/>
                <a:cs typeface="Verdana"/>
              </a:rPr>
              <a:t>l</a:t>
            </a:r>
            <a:r>
              <a:rPr dirty="0" sz="1300" spc="25">
                <a:latin typeface="Verdana"/>
                <a:cs typeface="Verdana"/>
              </a:rPr>
              <a:t>o</a:t>
            </a:r>
            <a:r>
              <a:rPr dirty="0" sz="1300" spc="20">
                <a:latin typeface="Verdana"/>
                <a:cs typeface="Verdana"/>
              </a:rPr>
              <a:t>a</a:t>
            </a:r>
            <a:r>
              <a:rPr dirty="0" sz="1300" spc="-4600">
                <a:latin typeface="Verdana"/>
                <a:cs typeface="Verdana"/>
              </a:rPr>
              <a:t>d</a:t>
            </a:r>
            <a:r>
              <a:rPr dirty="0" sz="1300" spc="35">
                <a:latin typeface="Verdana"/>
                <a:cs typeface="Verdana"/>
              </a:rPr>
              <a:t>up</a:t>
            </a:r>
            <a:r>
              <a:rPr dirty="0" sz="1300" spc="40">
                <a:latin typeface="Verdana"/>
                <a:cs typeface="Verdana"/>
              </a:rPr>
              <a:t>l</a:t>
            </a:r>
            <a:r>
              <a:rPr dirty="0" sz="1300" spc="25">
                <a:latin typeface="Verdana"/>
                <a:cs typeface="Verdana"/>
              </a:rPr>
              <a:t>o</a:t>
            </a:r>
            <a:r>
              <a:rPr dirty="0" sz="1300" spc="20">
                <a:latin typeface="Verdana"/>
                <a:cs typeface="Verdana"/>
              </a:rPr>
              <a:t>a</a:t>
            </a:r>
            <a:r>
              <a:rPr dirty="0" sz="1300" spc="40">
                <a:latin typeface="Verdana"/>
                <a:cs typeface="Verdana"/>
              </a:rPr>
              <a:t>d</a:t>
            </a:r>
            <a:r>
              <a:rPr dirty="0" sz="1300" spc="125">
                <a:latin typeface="Verdana"/>
                <a:cs typeface="Verdana"/>
              </a:rPr>
              <a:t> 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-210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20">
                <a:latin typeface="Verdana"/>
                <a:cs typeface="Verdana"/>
              </a:rPr>
              <a:t>e</a:t>
            </a:r>
            <a:r>
              <a:rPr dirty="0" sz="1300" spc="150">
                <a:latin typeface="Verdana"/>
                <a:cs typeface="Verdana"/>
              </a:rPr>
              <a:t> </a:t>
            </a:r>
            <a:r>
              <a:rPr dirty="0" sz="1300" spc="105">
                <a:latin typeface="Verdana"/>
                <a:cs typeface="Verdana"/>
              </a:rPr>
              <a:t>s</a:t>
            </a:r>
            <a:r>
              <a:rPr dirty="0" sz="1300" spc="-10">
                <a:latin typeface="Verdana"/>
                <a:cs typeface="Verdana"/>
              </a:rPr>
              <a:t>a</a:t>
            </a:r>
            <a:r>
              <a:rPr dirty="0" sz="1300" spc="-30">
                <a:latin typeface="Verdana"/>
                <a:cs typeface="Verdana"/>
              </a:rPr>
              <a:t>m</a:t>
            </a:r>
            <a:r>
              <a:rPr dirty="0" sz="1300" spc="-3604">
                <a:latin typeface="Verdana"/>
                <a:cs typeface="Verdana"/>
              </a:rPr>
              <a:t>e</a:t>
            </a:r>
            <a:r>
              <a:rPr dirty="0" sz="1300" spc="105">
                <a:latin typeface="Verdana"/>
                <a:cs typeface="Verdana"/>
              </a:rPr>
              <a:t>s</a:t>
            </a:r>
            <a:r>
              <a:rPr dirty="0" sz="1300" spc="-10">
                <a:latin typeface="Verdana"/>
                <a:cs typeface="Verdana"/>
              </a:rPr>
              <a:t>a</a:t>
            </a:r>
            <a:r>
              <a:rPr dirty="0" sz="1300" spc="-30">
                <a:latin typeface="Verdana"/>
                <a:cs typeface="Verdana"/>
              </a:rPr>
              <a:t>m</a:t>
            </a:r>
            <a:r>
              <a:rPr dirty="0" sz="1300" spc="10">
                <a:latin typeface="Verdana"/>
                <a:cs typeface="Verdana"/>
              </a:rPr>
              <a:t>e</a:t>
            </a:r>
            <a:r>
              <a:rPr dirty="0" sz="1300" spc="155">
                <a:latin typeface="Verdana"/>
                <a:cs typeface="Verdana"/>
              </a:rPr>
              <a:t> </a:t>
            </a:r>
            <a:r>
              <a:rPr dirty="0" sz="1300" spc="125">
                <a:latin typeface="Verdana"/>
                <a:cs typeface="Verdana"/>
              </a:rPr>
              <a:t>o</a:t>
            </a:r>
            <a:r>
              <a:rPr dirty="0" sz="1300" spc="-1600">
                <a:latin typeface="Verdana"/>
                <a:cs typeface="Verdana"/>
              </a:rPr>
              <a:t>n</a:t>
            </a:r>
            <a:r>
              <a:rPr dirty="0" sz="1300" spc="125">
                <a:latin typeface="Verdana"/>
                <a:cs typeface="Verdana"/>
              </a:rPr>
              <a:t>o</a:t>
            </a:r>
            <a:r>
              <a:rPr dirty="0" sz="1300" spc="130">
                <a:latin typeface="Verdana"/>
                <a:cs typeface="Verdana"/>
              </a:rPr>
              <a:t>n</a:t>
            </a:r>
            <a:r>
              <a:rPr dirty="0" sz="1300" spc="625">
                <a:latin typeface="Verdana"/>
                <a:cs typeface="Verdana"/>
              </a:rPr>
              <a:t> </a:t>
            </a:r>
            <a:r>
              <a:rPr dirty="0" sz="1300" spc="-140">
                <a:latin typeface="Verdana"/>
                <a:cs typeface="Verdana"/>
              </a:rPr>
              <a:t>por</a:t>
            </a:r>
            <a:r>
              <a:rPr dirty="0" sz="1300" spc="-225">
                <a:latin typeface="Verdana"/>
                <a:cs typeface="Verdana"/>
              </a:rPr>
              <a:t>t</a:t>
            </a:r>
            <a:r>
              <a:rPr dirty="0" sz="1300" spc="-180">
                <a:latin typeface="Verdana"/>
                <a:cs typeface="Verdana"/>
              </a:rPr>
              <a:t>a</a:t>
            </a:r>
            <a:r>
              <a:rPr dirty="0" sz="1300" spc="-130">
                <a:latin typeface="Verdana"/>
                <a:cs typeface="Verdana"/>
              </a:rPr>
              <a:t>l</a:t>
            </a:r>
            <a:r>
              <a:rPr dirty="0" sz="1300" spc="-4575">
                <a:latin typeface="Verdana"/>
                <a:cs typeface="Verdana"/>
              </a:rPr>
              <a:t>.</a:t>
            </a:r>
            <a:r>
              <a:rPr dirty="0" sz="1300" spc="-140">
                <a:latin typeface="Verdana"/>
                <a:cs typeface="Verdana"/>
              </a:rPr>
              <a:t>por</a:t>
            </a:r>
            <a:r>
              <a:rPr dirty="0" sz="1300" spc="-225">
                <a:latin typeface="Verdana"/>
                <a:cs typeface="Verdana"/>
              </a:rPr>
              <a:t>t</a:t>
            </a:r>
            <a:r>
              <a:rPr dirty="0" sz="1300" spc="-180">
                <a:latin typeface="Verdana"/>
                <a:cs typeface="Verdana"/>
              </a:rPr>
              <a:t>a</a:t>
            </a:r>
            <a:r>
              <a:rPr dirty="0" sz="1300" spc="-130">
                <a:latin typeface="Verdana"/>
                <a:cs typeface="Verdana"/>
              </a:rPr>
              <a:t>l</a:t>
            </a:r>
            <a:r>
              <a:rPr dirty="0" sz="1300" spc="-254">
                <a:latin typeface="Verdana"/>
                <a:cs typeface="Verdana"/>
              </a:rPr>
              <a:t>.</a:t>
            </a:r>
            <a:r>
              <a:rPr dirty="0" sz="1300" spc="155">
                <a:latin typeface="Verdana"/>
                <a:cs typeface="Verdana"/>
              </a:rPr>
              <a:t> 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-1810">
                <a:latin typeface="Verdana"/>
                <a:cs typeface="Verdana"/>
              </a:rPr>
              <a:t>o</a:t>
            </a: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70">
                <a:latin typeface="Verdana"/>
                <a:cs typeface="Verdana"/>
              </a:rPr>
              <a:t>o</a:t>
            </a:r>
            <a:r>
              <a:rPr dirty="0" sz="1300" spc="170">
                <a:latin typeface="Verdana"/>
                <a:cs typeface="Verdana"/>
              </a:rPr>
              <a:t> </a:t>
            </a:r>
            <a:r>
              <a:rPr dirty="0" sz="1300" spc="145">
                <a:latin typeface="Verdana"/>
                <a:cs typeface="Verdana"/>
              </a:rPr>
              <a:t>PP</a:t>
            </a:r>
            <a:r>
              <a:rPr dirty="0" sz="1300" spc="-2710">
                <a:latin typeface="Verdana"/>
                <a:cs typeface="Verdana"/>
              </a:rPr>
              <a:t>T</a:t>
            </a:r>
            <a:r>
              <a:rPr dirty="0" sz="1300" spc="145">
                <a:latin typeface="Verdana"/>
                <a:cs typeface="Verdana"/>
              </a:rPr>
              <a:t>PP</a:t>
            </a:r>
            <a:r>
              <a:rPr dirty="0" sz="1300" spc="-130">
                <a:latin typeface="Verdana"/>
                <a:cs typeface="Verdana"/>
              </a:rPr>
              <a:t>T</a:t>
            </a:r>
            <a:r>
              <a:rPr dirty="0" sz="1300" spc="-459">
                <a:latin typeface="Verdana"/>
                <a:cs typeface="Verdana"/>
              </a:rPr>
              <a:t>,</a:t>
            </a:r>
            <a:r>
              <a:rPr dirty="0" sz="1300" spc="-65">
                <a:latin typeface="Verdana"/>
                <a:cs typeface="Verdana"/>
              </a:rPr>
              <a:t>,</a:t>
            </a:r>
            <a:r>
              <a:rPr dirty="0" sz="1300" spc="160">
                <a:latin typeface="Verdana"/>
                <a:cs typeface="Verdana"/>
              </a:rPr>
              <a:t> </a:t>
            </a:r>
            <a:r>
              <a:rPr dirty="0" sz="1300" spc="15">
                <a:latin typeface="Verdana"/>
                <a:cs typeface="Verdana"/>
              </a:rPr>
              <a:t>W</a:t>
            </a:r>
            <a:r>
              <a:rPr dirty="0" sz="1300" spc="35">
                <a:latin typeface="Verdana"/>
                <a:cs typeface="Verdana"/>
              </a:rPr>
              <a:t>or</a:t>
            </a:r>
            <a:r>
              <a:rPr dirty="0" sz="1300" spc="-3565">
                <a:latin typeface="Verdana"/>
                <a:cs typeface="Verdana"/>
              </a:rPr>
              <a:t>d</a:t>
            </a:r>
            <a:r>
              <a:rPr dirty="0" sz="1300" spc="15">
                <a:latin typeface="Verdana"/>
                <a:cs typeface="Verdana"/>
              </a:rPr>
              <a:t>W</a:t>
            </a:r>
            <a:r>
              <a:rPr dirty="0" sz="1300" spc="35">
                <a:latin typeface="Verdana"/>
                <a:cs typeface="Verdana"/>
              </a:rPr>
              <a:t>or</a:t>
            </a:r>
            <a:r>
              <a:rPr dirty="0" sz="1300" spc="45">
                <a:latin typeface="Verdana"/>
                <a:cs typeface="Verdana"/>
              </a:rPr>
              <a:t>d</a:t>
            </a:r>
            <a:r>
              <a:rPr dirty="0" sz="1300" spc="130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D</a:t>
            </a:r>
            <a:r>
              <a:rPr dirty="0" sz="1300" spc="85">
                <a:latin typeface="Verdana"/>
                <a:cs typeface="Verdana"/>
              </a:rPr>
              <a:t>o</a:t>
            </a:r>
            <a:r>
              <a:rPr dirty="0" sz="1300" spc="-2580">
                <a:latin typeface="Verdana"/>
                <a:cs typeface="Verdana"/>
              </a:rPr>
              <a:t>c</a:t>
            </a:r>
            <a:r>
              <a:rPr dirty="0" sz="1300" spc="-15">
                <a:latin typeface="Verdana"/>
                <a:cs typeface="Verdana"/>
              </a:rPr>
              <a:t>D</a:t>
            </a:r>
            <a:r>
              <a:rPr dirty="0" sz="1300" spc="85">
                <a:latin typeface="Verdana"/>
                <a:cs typeface="Verdana"/>
              </a:rPr>
              <a:t>o</a:t>
            </a:r>
            <a:r>
              <a:rPr dirty="0" sz="1300" spc="90">
                <a:latin typeface="Verdana"/>
                <a:cs typeface="Verdana"/>
              </a:rPr>
              <a:t>c</a:t>
            </a:r>
            <a:r>
              <a:rPr dirty="0" sz="1300" spc="165">
                <a:latin typeface="Verdana"/>
                <a:cs typeface="Verdana"/>
              </a:rPr>
              <a:t> </a:t>
            </a:r>
            <a:r>
              <a:rPr dirty="0" sz="1300" spc="25">
                <a:latin typeface="Verdana"/>
                <a:cs typeface="Verdana"/>
              </a:rPr>
              <a:t>o</a:t>
            </a:r>
            <a:r>
              <a:rPr dirty="0" sz="1300" spc="-1385">
                <a:latin typeface="Verdana"/>
                <a:cs typeface="Verdana"/>
              </a:rPr>
              <a:t>r</a:t>
            </a:r>
            <a:r>
              <a:rPr dirty="0" sz="1300" spc="25">
                <a:latin typeface="Verdana"/>
                <a:cs typeface="Verdana"/>
              </a:rPr>
              <a:t>o</a:t>
            </a:r>
            <a:r>
              <a:rPr dirty="0" sz="1300" spc="30">
                <a:latin typeface="Verdana"/>
                <a:cs typeface="Verdana"/>
              </a:rPr>
              <a:t>r</a:t>
            </a:r>
            <a:r>
              <a:rPr dirty="0" sz="1300" spc="165">
                <a:latin typeface="Verdana"/>
                <a:cs typeface="Verdana"/>
              </a:rPr>
              <a:t> 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10">
                <a:latin typeface="Verdana"/>
                <a:cs typeface="Verdana"/>
              </a:rPr>
              <a:t>n</a:t>
            </a:r>
            <a:r>
              <a:rPr dirty="0" sz="1300" spc="-2420">
                <a:latin typeface="Verdana"/>
                <a:cs typeface="Verdana"/>
              </a:rPr>
              <a:t>y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10">
                <a:latin typeface="Verdana"/>
                <a:cs typeface="Verdana"/>
              </a:rPr>
              <a:t>n</a:t>
            </a:r>
            <a:r>
              <a:rPr dirty="0" sz="1300" spc="15">
                <a:latin typeface="Verdana"/>
                <a:cs typeface="Verdana"/>
              </a:rPr>
              <a:t>y</a:t>
            </a:r>
            <a:r>
              <a:rPr dirty="0" sz="1300" spc="165">
                <a:latin typeface="Verdana"/>
                <a:cs typeface="Verdana"/>
              </a:rPr>
              <a:t> </a:t>
            </a:r>
            <a:r>
              <a:rPr dirty="0" sz="1300" spc="35">
                <a:latin typeface="Verdana"/>
                <a:cs typeface="Verdana"/>
              </a:rPr>
              <a:t>o</a:t>
            </a:r>
            <a:r>
              <a:rPr dirty="0" sz="1300" spc="30">
                <a:latin typeface="Verdana"/>
                <a:cs typeface="Verdana"/>
              </a:rPr>
              <a:t>t</a:t>
            </a:r>
            <a:r>
              <a:rPr dirty="0" sz="1300" spc="40">
                <a:latin typeface="Verdana"/>
                <a:cs typeface="Verdana"/>
              </a:rPr>
              <a:t>h</a:t>
            </a:r>
            <a:r>
              <a:rPr dirty="0" sz="1300" spc="35">
                <a:latin typeface="Verdana"/>
                <a:cs typeface="Verdana"/>
              </a:rPr>
              <a:t>e</a:t>
            </a:r>
            <a:r>
              <a:rPr dirty="0" sz="1300" spc="-3510">
                <a:latin typeface="Verdana"/>
                <a:cs typeface="Verdana"/>
              </a:rPr>
              <a:t>r</a:t>
            </a:r>
            <a:r>
              <a:rPr dirty="0" sz="1300" spc="35">
                <a:latin typeface="Verdana"/>
                <a:cs typeface="Verdana"/>
              </a:rPr>
              <a:t>o</a:t>
            </a:r>
            <a:r>
              <a:rPr dirty="0" sz="1300" spc="30">
                <a:latin typeface="Verdana"/>
                <a:cs typeface="Verdana"/>
              </a:rPr>
              <a:t>t</a:t>
            </a:r>
            <a:r>
              <a:rPr dirty="0" sz="1300" spc="40">
                <a:latin typeface="Verdana"/>
                <a:cs typeface="Verdana"/>
              </a:rPr>
              <a:t>h</a:t>
            </a:r>
            <a:r>
              <a:rPr dirty="0" sz="1300" spc="35">
                <a:latin typeface="Verdana"/>
                <a:cs typeface="Verdana"/>
              </a:rPr>
              <a:t>e</a:t>
            </a:r>
            <a:r>
              <a:rPr dirty="0" sz="1300" spc="20">
                <a:latin typeface="Verdana"/>
                <a:cs typeface="Verdana"/>
              </a:rPr>
              <a:t>r</a:t>
            </a:r>
            <a:endParaRPr sz="1300">
              <a:latin typeface="Verdana"/>
              <a:cs typeface="Verdana"/>
            </a:endParaRPr>
          </a:p>
          <a:p>
            <a:pPr marL="451484">
              <a:lnSpc>
                <a:spcPct val="100000"/>
              </a:lnSpc>
              <a:spcBef>
                <a:spcPts val="965"/>
              </a:spcBef>
            </a:pPr>
            <a:r>
              <a:rPr dirty="0" sz="1300" spc="-10">
                <a:latin typeface="Verdana"/>
                <a:cs typeface="Verdana"/>
              </a:rPr>
              <a:t>format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will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be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 spc="95">
                <a:latin typeface="Verdana"/>
                <a:cs typeface="Verdana"/>
              </a:rPr>
              <a:t>s</a:t>
            </a:r>
            <a:r>
              <a:rPr dirty="0" sz="1300" spc="30">
                <a:latin typeface="Verdana"/>
                <a:cs typeface="Verdana"/>
              </a:rPr>
              <a:t>uppor</a:t>
            </a:r>
            <a:r>
              <a:rPr dirty="0" sz="1300" spc="-50">
                <a:latin typeface="Verdana"/>
                <a:cs typeface="Verdana"/>
              </a:rPr>
              <a:t>t</a:t>
            </a:r>
            <a:r>
              <a:rPr dirty="0" sz="1300" spc="-10">
                <a:latin typeface="Verdana"/>
                <a:cs typeface="Verdana"/>
              </a:rPr>
              <a:t>e</a:t>
            </a:r>
            <a:r>
              <a:rPr dirty="0" sz="1300" spc="-30">
                <a:latin typeface="Verdana"/>
                <a:cs typeface="Verdana"/>
              </a:rPr>
              <a:t>d</a:t>
            </a:r>
            <a:r>
              <a:rPr dirty="0" sz="1300" spc="-16680">
                <a:latin typeface="Verdana"/>
                <a:cs typeface="Verdana"/>
              </a:rPr>
              <a:t>.</a:t>
            </a:r>
            <a:r>
              <a:rPr dirty="0" sz="1300" spc="10">
                <a:latin typeface="Verdana"/>
                <a:cs typeface="Verdana"/>
              </a:rPr>
              <a:t>f</a:t>
            </a:r>
            <a:r>
              <a:rPr dirty="0" sz="1300" spc="25">
                <a:latin typeface="Verdana"/>
                <a:cs typeface="Verdana"/>
              </a:rPr>
              <a:t>or</a:t>
            </a:r>
            <a:r>
              <a:rPr dirty="0" sz="1300" spc="-35">
                <a:latin typeface="Verdana"/>
                <a:cs typeface="Verdana"/>
              </a:rPr>
              <a:t>m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 spc="-40">
                <a:latin typeface="Verdana"/>
                <a:cs typeface="Verdana"/>
              </a:rPr>
              <a:t>t</a:t>
            </a:r>
            <a:r>
              <a:rPr dirty="0" sz="1300" spc="-3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will</a:t>
            </a:r>
            <a:r>
              <a:rPr dirty="0" sz="1300" spc="-2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be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supported.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Verdana"/>
              <a:cs typeface="Verdana"/>
            </a:endParaRPr>
          </a:p>
          <a:p>
            <a:pPr marL="48260" marR="8890">
              <a:lnSpc>
                <a:spcPts val="1530"/>
              </a:lnSpc>
            </a:pPr>
            <a:r>
              <a:rPr dirty="0" sz="1300" spc="25">
                <a:latin typeface="Verdana"/>
                <a:cs typeface="Verdana"/>
              </a:rPr>
              <a:t>N</a:t>
            </a:r>
            <a:r>
              <a:rPr dirty="0" sz="1300" spc="5">
                <a:latin typeface="Verdana"/>
                <a:cs typeface="Verdana"/>
              </a:rPr>
              <a:t>o</a:t>
            </a:r>
            <a:r>
              <a:rPr dirty="0" sz="1300">
                <a:latin typeface="Verdana"/>
                <a:cs typeface="Verdana"/>
              </a:rPr>
              <a:t>t</a:t>
            </a:r>
            <a:r>
              <a:rPr dirty="0" sz="1300" spc="-3135">
                <a:latin typeface="Verdana"/>
                <a:cs typeface="Verdana"/>
              </a:rPr>
              <a:t>e</a:t>
            </a:r>
            <a:r>
              <a:rPr dirty="0" sz="1300" spc="25">
                <a:solidFill>
                  <a:srgbClr val="BF0000"/>
                </a:solidFill>
                <a:latin typeface="Verdana"/>
                <a:cs typeface="Verdana"/>
              </a:rPr>
              <a:t>N</a:t>
            </a:r>
            <a:r>
              <a:rPr dirty="0" sz="1300" spc="5">
                <a:solidFill>
                  <a:srgbClr val="BF0000"/>
                </a:solidFill>
                <a:latin typeface="Verdana"/>
                <a:cs typeface="Verdana"/>
              </a:rPr>
              <a:t>o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16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-595">
                <a:latin typeface="Verdana"/>
                <a:cs typeface="Verdana"/>
              </a:rPr>
              <a:t>-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-</a:t>
            </a:r>
            <a:r>
              <a:rPr dirty="0" sz="1300" spc="16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135">
                <a:latin typeface="Verdana"/>
                <a:cs typeface="Verdana"/>
              </a:rPr>
              <a:t>Y</a:t>
            </a:r>
            <a:r>
              <a:rPr dirty="0" sz="1300" spc="40">
                <a:latin typeface="Verdana"/>
                <a:cs typeface="Verdana"/>
              </a:rPr>
              <a:t>o</a:t>
            </a:r>
            <a:r>
              <a:rPr dirty="0" sz="1300" spc="-2635">
                <a:latin typeface="Verdana"/>
                <a:cs typeface="Verdana"/>
              </a:rPr>
              <a:t>u</a:t>
            </a:r>
            <a:r>
              <a:rPr dirty="0" sz="1300" spc="135">
                <a:solidFill>
                  <a:srgbClr val="BF0000"/>
                </a:solidFill>
                <a:latin typeface="Verdana"/>
                <a:cs typeface="Verdana"/>
              </a:rPr>
              <a:t>Y</a:t>
            </a:r>
            <a:r>
              <a:rPr dirty="0" sz="1300" spc="40">
                <a:solidFill>
                  <a:srgbClr val="BF0000"/>
                </a:solidFill>
                <a:latin typeface="Verdana"/>
                <a:cs typeface="Verdana"/>
              </a:rPr>
              <a:t>o</a:t>
            </a:r>
            <a:r>
              <a:rPr dirty="0" sz="1300" spc="45">
                <a:solidFill>
                  <a:srgbClr val="BF0000"/>
                </a:solidFill>
                <a:latin typeface="Verdana"/>
                <a:cs typeface="Verdana"/>
              </a:rPr>
              <a:t>u</a:t>
            </a:r>
            <a:r>
              <a:rPr dirty="0" sz="1300" spc="17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95">
                <a:latin typeface="Verdana"/>
                <a:cs typeface="Verdana"/>
              </a:rPr>
              <a:t>c</a:t>
            </a:r>
            <a:r>
              <a:rPr dirty="0" sz="1300" spc="-20">
                <a:latin typeface="Verdana"/>
                <a:cs typeface="Verdana"/>
              </a:rPr>
              <a:t>a</a:t>
            </a:r>
            <a:r>
              <a:rPr dirty="0" sz="1300" spc="-2405">
                <a:latin typeface="Verdana"/>
                <a:cs typeface="Verdana"/>
              </a:rPr>
              <a:t>n</a:t>
            </a:r>
            <a:r>
              <a:rPr dirty="0" sz="1300" spc="95">
                <a:solidFill>
                  <a:srgbClr val="BF0000"/>
                </a:solidFill>
                <a:latin typeface="Verdana"/>
                <a:cs typeface="Verdana"/>
              </a:rPr>
              <a:t>c</a:t>
            </a:r>
            <a:r>
              <a:rPr dirty="0" sz="1300" spc="-20">
                <a:solidFill>
                  <a:srgbClr val="BF0000"/>
                </a:solidFill>
                <a:latin typeface="Verdana"/>
                <a:cs typeface="Verdana"/>
              </a:rPr>
              <a:t>a</a:t>
            </a:r>
            <a:r>
              <a:rPr dirty="0" sz="1300" spc="25">
                <a:solidFill>
                  <a:srgbClr val="BF0000"/>
                </a:solidFill>
                <a:latin typeface="Verdana"/>
                <a:cs typeface="Verdana"/>
              </a:rPr>
              <a:t>n</a:t>
            </a:r>
            <a:r>
              <a:rPr dirty="0" sz="1300" spc="17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20">
                <a:latin typeface="Verdana"/>
                <a:cs typeface="Verdana"/>
              </a:rPr>
              <a:t>d</a:t>
            </a:r>
            <a:r>
              <a:rPr dirty="0" sz="1300" spc="15">
                <a:latin typeface="Verdana"/>
                <a:cs typeface="Verdana"/>
              </a:rPr>
              <a:t>e</a:t>
            </a:r>
            <a:r>
              <a:rPr dirty="0" sz="1300" spc="40">
                <a:latin typeface="Verdana"/>
                <a:cs typeface="Verdana"/>
              </a:rPr>
              <a:t>l</a:t>
            </a:r>
            <a:r>
              <a:rPr dirty="0" sz="1300" spc="-1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-4079">
                <a:latin typeface="Verdana"/>
                <a:cs typeface="Verdana"/>
              </a:rPr>
              <a:t>e</a:t>
            </a:r>
            <a:r>
              <a:rPr dirty="0" sz="1300" spc="20">
                <a:solidFill>
                  <a:srgbClr val="BF0000"/>
                </a:solidFill>
                <a:latin typeface="Verdana"/>
                <a:cs typeface="Verdana"/>
              </a:rPr>
              <a:t>d</a:t>
            </a:r>
            <a:r>
              <a:rPr dirty="0" sz="1300" spc="15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40">
                <a:solidFill>
                  <a:srgbClr val="BF0000"/>
                </a:solidFill>
                <a:latin typeface="Verdana"/>
                <a:cs typeface="Verdana"/>
              </a:rPr>
              <a:t>l</a:t>
            </a:r>
            <a:r>
              <a:rPr dirty="0" sz="1300" spc="-10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-55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16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25">
                <a:latin typeface="Verdana"/>
                <a:cs typeface="Verdana"/>
              </a:rPr>
              <a:t>h</a:t>
            </a:r>
            <a:r>
              <a:rPr dirty="0" sz="1300" spc="25">
                <a:latin typeface="Verdana"/>
                <a:cs typeface="Verdana"/>
              </a:rPr>
              <a:t>i</a:t>
            </a:r>
            <a:r>
              <a:rPr dirty="0" sz="1300" spc="-2425">
                <a:latin typeface="Verdana"/>
                <a:cs typeface="Verdana"/>
              </a:rPr>
              <a:t>s</a:t>
            </a:r>
            <a:r>
              <a:rPr dirty="0" sz="1300" spc="-55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 spc="25">
                <a:solidFill>
                  <a:srgbClr val="BF0000"/>
                </a:solidFill>
                <a:latin typeface="Verdana"/>
                <a:cs typeface="Verdana"/>
              </a:rPr>
              <a:t>h</a:t>
            </a:r>
            <a:r>
              <a:rPr dirty="0" sz="1300" spc="25">
                <a:solidFill>
                  <a:srgbClr val="BF0000"/>
                </a:solidFill>
                <a:latin typeface="Verdana"/>
                <a:cs typeface="Verdana"/>
              </a:rPr>
              <a:t>i</a:t>
            </a:r>
            <a:r>
              <a:rPr dirty="0" sz="1300" spc="95">
                <a:solidFill>
                  <a:srgbClr val="BF0000"/>
                </a:solidFill>
                <a:latin typeface="Verdana"/>
                <a:cs typeface="Verdana"/>
              </a:rPr>
              <a:t>s</a:t>
            </a:r>
            <a:r>
              <a:rPr dirty="0" sz="1300" spc="16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85">
                <a:latin typeface="Verdana"/>
                <a:cs typeface="Verdana"/>
              </a:rPr>
              <a:t>s</a:t>
            </a:r>
            <a:r>
              <a:rPr dirty="0" sz="1300" spc="55">
                <a:latin typeface="Verdana"/>
                <a:cs typeface="Verdana"/>
              </a:rPr>
              <a:t>li</a:t>
            </a:r>
            <a:r>
              <a:rPr dirty="0" sz="1300">
                <a:latin typeface="Verdana"/>
                <a:cs typeface="Verdana"/>
              </a:rPr>
              <a:t>d</a:t>
            </a:r>
            <a:r>
              <a:rPr dirty="0" sz="1300" spc="-3225">
                <a:latin typeface="Verdana"/>
                <a:cs typeface="Verdana"/>
              </a:rPr>
              <a:t>e</a:t>
            </a:r>
            <a:r>
              <a:rPr dirty="0" sz="1300" spc="85">
                <a:solidFill>
                  <a:srgbClr val="BF0000"/>
                </a:solidFill>
                <a:latin typeface="Verdana"/>
                <a:cs typeface="Verdana"/>
              </a:rPr>
              <a:t>s</a:t>
            </a:r>
            <a:r>
              <a:rPr dirty="0" sz="1300" spc="55">
                <a:solidFill>
                  <a:srgbClr val="BF0000"/>
                </a:solidFill>
                <a:latin typeface="Verdana"/>
                <a:cs typeface="Verdana"/>
              </a:rPr>
              <a:t>li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d</a:t>
            </a:r>
            <a:r>
              <a:rPr dirty="0" sz="1300" spc="10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16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latin typeface="Verdana"/>
                <a:cs typeface="Verdana"/>
              </a:rPr>
              <a:t>(</a:t>
            </a:r>
            <a:r>
              <a:rPr dirty="0" sz="1300" spc="-170">
                <a:latin typeface="Verdana"/>
                <a:cs typeface="Verdana"/>
              </a:rPr>
              <a:t>I</a:t>
            </a:r>
            <a:r>
              <a:rPr dirty="0" sz="1300">
                <a:latin typeface="Verdana"/>
                <a:cs typeface="Verdana"/>
              </a:rPr>
              <a:t>m</a:t>
            </a:r>
            <a:r>
              <a:rPr dirty="0" sz="1300" spc="20">
                <a:latin typeface="Verdana"/>
                <a:cs typeface="Verdana"/>
              </a:rPr>
              <a:t>por</a:t>
            </a:r>
            <a:r>
              <a:rPr dirty="0" sz="1300" spc="-70">
                <a:latin typeface="Verdana"/>
                <a:cs typeface="Verdana"/>
              </a:rPr>
              <a:t>t</a:t>
            </a:r>
            <a:r>
              <a:rPr dirty="0" sz="1300" spc="-15">
                <a:latin typeface="Verdana"/>
                <a:cs typeface="Verdana"/>
              </a:rPr>
              <a:t>a</a:t>
            </a:r>
            <a:r>
              <a:rPr dirty="0" sz="1300" spc="-10">
                <a:latin typeface="Verdana"/>
                <a:cs typeface="Verdana"/>
              </a:rPr>
              <a:t>n</a:t>
            </a:r>
            <a:r>
              <a:rPr dirty="0" sz="1300" spc="-7009">
                <a:latin typeface="Verdana"/>
                <a:cs typeface="Verdana"/>
              </a:rPr>
              <a:t>t</a:t>
            </a:r>
            <a:r>
              <a:rPr dirty="0" sz="1300" spc="-150">
                <a:solidFill>
                  <a:srgbClr val="BF0000"/>
                </a:solidFill>
                <a:latin typeface="Verdana"/>
                <a:cs typeface="Verdana"/>
              </a:rPr>
              <a:t>(</a:t>
            </a:r>
            <a:r>
              <a:rPr dirty="0" sz="1300" spc="-170">
                <a:solidFill>
                  <a:srgbClr val="BF0000"/>
                </a:solidFill>
                <a:latin typeface="Verdana"/>
                <a:cs typeface="Verdana"/>
              </a:rPr>
              <a:t>I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m</a:t>
            </a:r>
            <a:r>
              <a:rPr dirty="0" sz="1300" spc="20">
                <a:solidFill>
                  <a:srgbClr val="BF0000"/>
                </a:solidFill>
                <a:latin typeface="Verdana"/>
                <a:cs typeface="Verdana"/>
              </a:rPr>
              <a:t>por</a:t>
            </a:r>
            <a:r>
              <a:rPr dirty="0" sz="1300" spc="-70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 spc="-15">
                <a:solidFill>
                  <a:srgbClr val="BF0000"/>
                </a:solidFill>
                <a:latin typeface="Verdana"/>
                <a:cs typeface="Verdana"/>
              </a:rPr>
              <a:t>a</a:t>
            </a:r>
            <a:r>
              <a:rPr dirty="0" sz="1300" spc="-10">
                <a:solidFill>
                  <a:srgbClr val="BF0000"/>
                </a:solidFill>
                <a:latin typeface="Verdana"/>
                <a:cs typeface="Verdana"/>
              </a:rPr>
              <a:t>n</a:t>
            </a:r>
            <a:r>
              <a:rPr dirty="0" sz="1300" spc="-15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 spc="16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145">
                <a:latin typeface="Verdana"/>
                <a:cs typeface="Verdana"/>
              </a:rPr>
              <a:t>P</a:t>
            </a:r>
            <a:r>
              <a:rPr dirty="0" sz="1300" spc="50">
                <a:latin typeface="Verdana"/>
                <a:cs typeface="Verdana"/>
              </a:rPr>
              <a:t>o</a:t>
            </a:r>
            <a:r>
              <a:rPr dirty="0" sz="1300" spc="35">
                <a:latin typeface="Verdana"/>
                <a:cs typeface="Verdana"/>
              </a:rPr>
              <a:t>i</a:t>
            </a:r>
            <a:r>
              <a:rPr dirty="0" sz="1300" spc="-20">
                <a:latin typeface="Verdana"/>
                <a:cs typeface="Verdana"/>
              </a:rPr>
              <a:t>n</a:t>
            </a:r>
            <a:r>
              <a:rPr dirty="0" sz="1300" spc="-15">
                <a:latin typeface="Verdana"/>
                <a:cs typeface="Verdana"/>
              </a:rPr>
              <a:t>t</a:t>
            </a:r>
            <a:r>
              <a:rPr dirty="0" sz="1300" spc="-15">
                <a:latin typeface="Verdana"/>
                <a:cs typeface="Verdana"/>
              </a:rPr>
              <a:t>e</a:t>
            </a:r>
            <a:r>
              <a:rPr dirty="0" sz="1300" spc="-15">
                <a:latin typeface="Verdana"/>
                <a:cs typeface="Verdana"/>
              </a:rPr>
              <a:t>r</a:t>
            </a:r>
            <a:r>
              <a:rPr dirty="0" sz="1300" spc="90">
                <a:latin typeface="Verdana"/>
                <a:cs typeface="Verdana"/>
              </a:rPr>
              <a:t>s</a:t>
            </a:r>
            <a:r>
              <a:rPr dirty="0" sz="1300" spc="-6260">
                <a:latin typeface="Verdana"/>
                <a:cs typeface="Verdana"/>
              </a:rPr>
              <a:t>)</a:t>
            </a:r>
            <a:r>
              <a:rPr dirty="0" sz="1300" spc="145">
                <a:solidFill>
                  <a:srgbClr val="BF0000"/>
                </a:solidFill>
                <a:latin typeface="Verdana"/>
                <a:cs typeface="Verdana"/>
              </a:rPr>
              <a:t>P</a:t>
            </a:r>
            <a:r>
              <a:rPr dirty="0" sz="1300" spc="50">
                <a:solidFill>
                  <a:srgbClr val="BF0000"/>
                </a:solidFill>
                <a:latin typeface="Verdana"/>
                <a:cs typeface="Verdana"/>
              </a:rPr>
              <a:t>o</a:t>
            </a:r>
            <a:r>
              <a:rPr dirty="0" sz="1300" spc="35">
                <a:solidFill>
                  <a:srgbClr val="BF0000"/>
                </a:solidFill>
                <a:latin typeface="Verdana"/>
                <a:cs typeface="Verdana"/>
              </a:rPr>
              <a:t>i</a:t>
            </a:r>
            <a:r>
              <a:rPr dirty="0" sz="1300" spc="-20">
                <a:solidFill>
                  <a:srgbClr val="BF0000"/>
                </a:solidFill>
                <a:latin typeface="Verdana"/>
                <a:cs typeface="Verdana"/>
              </a:rPr>
              <a:t>n</a:t>
            </a:r>
            <a:r>
              <a:rPr dirty="0" sz="1300" spc="-15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 spc="-15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-15">
                <a:solidFill>
                  <a:srgbClr val="BF0000"/>
                </a:solidFill>
                <a:latin typeface="Verdana"/>
                <a:cs typeface="Verdana"/>
              </a:rPr>
              <a:t>r</a:t>
            </a:r>
            <a:r>
              <a:rPr dirty="0" sz="1300" spc="90">
                <a:solidFill>
                  <a:srgbClr val="BF0000"/>
                </a:solidFill>
                <a:latin typeface="Verdana"/>
                <a:cs typeface="Verdana"/>
              </a:rPr>
              <a:t>s</a:t>
            </a:r>
            <a:r>
              <a:rPr dirty="0" sz="1300" spc="-130">
                <a:solidFill>
                  <a:srgbClr val="BF0000"/>
                </a:solidFill>
                <a:latin typeface="Verdana"/>
                <a:cs typeface="Verdana"/>
              </a:rPr>
              <a:t>)</a:t>
            </a:r>
            <a:r>
              <a:rPr dirty="0" sz="1300" spc="16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60">
                <a:latin typeface="Verdana"/>
                <a:cs typeface="Verdana"/>
              </a:rPr>
              <a:t>wh</a:t>
            </a:r>
            <a:r>
              <a:rPr dirty="0" sz="1300" spc="55">
                <a:latin typeface="Verdana"/>
                <a:cs typeface="Verdana"/>
              </a:rPr>
              <a:t>e</a:t>
            </a:r>
            <a:r>
              <a:rPr dirty="0" sz="1300" spc="-3529">
                <a:latin typeface="Verdana"/>
                <a:cs typeface="Verdana"/>
              </a:rPr>
              <a:t>n</a:t>
            </a:r>
            <a:r>
              <a:rPr dirty="0" sz="1300" spc="60">
                <a:solidFill>
                  <a:srgbClr val="BF0000"/>
                </a:solidFill>
                <a:latin typeface="Verdana"/>
                <a:cs typeface="Verdana"/>
              </a:rPr>
              <a:t>wh</a:t>
            </a:r>
            <a:r>
              <a:rPr dirty="0" sz="1300" spc="55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80">
                <a:solidFill>
                  <a:srgbClr val="BF0000"/>
                </a:solidFill>
                <a:latin typeface="Verdana"/>
                <a:cs typeface="Verdana"/>
              </a:rPr>
              <a:t>n</a:t>
            </a:r>
            <a:r>
              <a:rPr dirty="0" sz="1300" spc="20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-345">
                <a:latin typeface="Verdana"/>
                <a:cs typeface="Verdana"/>
              </a:rPr>
              <a:t>y</a:t>
            </a:r>
            <a:r>
              <a:rPr dirty="0" sz="1300" spc="-300">
                <a:latin typeface="Verdana"/>
                <a:cs typeface="Verdana"/>
              </a:rPr>
              <a:t>o</a:t>
            </a:r>
            <a:r>
              <a:rPr dirty="0" sz="1300" spc="-2810">
                <a:latin typeface="Verdana"/>
                <a:cs typeface="Verdana"/>
              </a:rPr>
              <a:t>u</a:t>
            </a:r>
            <a:r>
              <a:rPr dirty="0" sz="1300" spc="-345">
                <a:solidFill>
                  <a:srgbClr val="BF0000"/>
                </a:solidFill>
                <a:latin typeface="Verdana"/>
                <a:cs typeface="Verdana"/>
              </a:rPr>
              <a:t>y</a:t>
            </a:r>
            <a:r>
              <a:rPr dirty="0" sz="1300" spc="-300">
                <a:solidFill>
                  <a:srgbClr val="BF0000"/>
                </a:solidFill>
                <a:latin typeface="Verdana"/>
                <a:cs typeface="Verdana"/>
              </a:rPr>
              <a:t>o</a:t>
            </a:r>
            <a:r>
              <a:rPr dirty="0" sz="1300" spc="-295">
                <a:solidFill>
                  <a:srgbClr val="BF0000"/>
                </a:solidFill>
                <a:latin typeface="Verdana"/>
                <a:cs typeface="Verdana"/>
              </a:rPr>
              <a:t>u</a:t>
            </a:r>
            <a:r>
              <a:rPr dirty="0" sz="1300" spc="16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35">
                <a:latin typeface="Verdana"/>
                <a:cs typeface="Verdana"/>
              </a:rPr>
              <a:t>up</a:t>
            </a:r>
            <a:r>
              <a:rPr dirty="0" sz="1300" spc="40">
                <a:latin typeface="Verdana"/>
                <a:cs typeface="Verdana"/>
              </a:rPr>
              <a:t>l</a:t>
            </a:r>
            <a:r>
              <a:rPr dirty="0" sz="1300" spc="25">
                <a:latin typeface="Verdana"/>
                <a:cs typeface="Verdana"/>
              </a:rPr>
              <a:t>o</a:t>
            </a:r>
            <a:r>
              <a:rPr dirty="0" sz="1300" spc="20">
                <a:latin typeface="Verdana"/>
                <a:cs typeface="Verdana"/>
              </a:rPr>
              <a:t>a</a:t>
            </a:r>
            <a:r>
              <a:rPr dirty="0" sz="1300" spc="-4600">
                <a:latin typeface="Verdana"/>
                <a:cs typeface="Verdana"/>
              </a:rPr>
              <a:t>d</a:t>
            </a:r>
            <a:r>
              <a:rPr dirty="0" sz="1300" spc="35">
                <a:solidFill>
                  <a:srgbClr val="BF0000"/>
                </a:solidFill>
                <a:latin typeface="Verdana"/>
                <a:cs typeface="Verdana"/>
              </a:rPr>
              <a:t>up</a:t>
            </a:r>
            <a:r>
              <a:rPr dirty="0" sz="1300" spc="40">
                <a:solidFill>
                  <a:srgbClr val="BF0000"/>
                </a:solidFill>
                <a:latin typeface="Verdana"/>
                <a:cs typeface="Verdana"/>
              </a:rPr>
              <a:t>l</a:t>
            </a:r>
            <a:r>
              <a:rPr dirty="0" sz="1300" spc="25">
                <a:solidFill>
                  <a:srgbClr val="BF0000"/>
                </a:solidFill>
                <a:latin typeface="Verdana"/>
                <a:cs typeface="Verdana"/>
              </a:rPr>
              <a:t>o</a:t>
            </a:r>
            <a:r>
              <a:rPr dirty="0" sz="1300" spc="20">
                <a:solidFill>
                  <a:srgbClr val="BF0000"/>
                </a:solidFill>
                <a:latin typeface="Verdana"/>
                <a:cs typeface="Verdana"/>
              </a:rPr>
              <a:t>a</a:t>
            </a:r>
            <a:r>
              <a:rPr dirty="0" sz="1300" spc="40">
                <a:solidFill>
                  <a:srgbClr val="BF0000"/>
                </a:solidFill>
                <a:latin typeface="Verdana"/>
                <a:cs typeface="Verdana"/>
              </a:rPr>
              <a:t>d</a:t>
            </a:r>
            <a:r>
              <a:rPr dirty="0" sz="1300" spc="16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latin typeface="Verdana"/>
                <a:cs typeface="Verdana"/>
              </a:rPr>
              <a:t>t</a:t>
            </a:r>
            <a:r>
              <a:rPr dirty="0" sz="1300" spc="15">
                <a:latin typeface="Verdana"/>
                <a:cs typeface="Verdana"/>
              </a:rPr>
              <a:t>h</a:t>
            </a:r>
            <a:r>
              <a:rPr dirty="0" sz="1300" spc="-2110">
                <a:latin typeface="Verdana"/>
                <a:cs typeface="Verdana"/>
              </a:rPr>
              <a:t>e</a:t>
            </a:r>
            <a:r>
              <a:rPr dirty="0" sz="1300" spc="-45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 spc="15">
                <a:solidFill>
                  <a:srgbClr val="BF0000"/>
                </a:solidFill>
                <a:latin typeface="Verdana"/>
                <a:cs typeface="Verdana"/>
              </a:rPr>
              <a:t>h</a:t>
            </a:r>
            <a:r>
              <a:rPr dirty="0" sz="1300" spc="20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15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5">
                <a:latin typeface="Verdana"/>
                <a:cs typeface="Verdana"/>
              </a:rPr>
              <a:t>d</a:t>
            </a:r>
            <a:r>
              <a:rPr dirty="0" sz="1300">
                <a:latin typeface="Verdana"/>
                <a:cs typeface="Verdana"/>
              </a:rPr>
              <a:t>e</a:t>
            </a:r>
            <a:r>
              <a:rPr dirty="0" sz="1300" spc="-55">
                <a:latin typeface="Verdana"/>
                <a:cs typeface="Verdana"/>
              </a:rPr>
              <a:t>t</a:t>
            </a:r>
            <a:r>
              <a:rPr dirty="0" sz="1300" spc="-30">
                <a:latin typeface="Verdana"/>
                <a:cs typeface="Verdana"/>
              </a:rPr>
              <a:t>a</a:t>
            </a:r>
            <a:r>
              <a:rPr dirty="0" sz="1300" spc="45">
                <a:latin typeface="Verdana"/>
                <a:cs typeface="Verdana"/>
              </a:rPr>
              <a:t>il</a:t>
            </a:r>
            <a:r>
              <a:rPr dirty="0" sz="1300" spc="-4385">
                <a:latin typeface="Verdana"/>
                <a:cs typeface="Verdana"/>
              </a:rPr>
              <a:t>s</a:t>
            </a:r>
            <a:r>
              <a:rPr dirty="0" sz="1300" spc="5">
                <a:solidFill>
                  <a:srgbClr val="BF0000"/>
                </a:solidFill>
                <a:latin typeface="Verdana"/>
                <a:cs typeface="Verdana"/>
              </a:rPr>
              <a:t>d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-55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 spc="-30">
                <a:solidFill>
                  <a:srgbClr val="BF0000"/>
                </a:solidFill>
                <a:latin typeface="Verdana"/>
                <a:cs typeface="Verdana"/>
              </a:rPr>
              <a:t>a</a:t>
            </a:r>
            <a:r>
              <a:rPr dirty="0" sz="1300" spc="45">
                <a:solidFill>
                  <a:srgbClr val="BF0000"/>
                </a:solidFill>
                <a:latin typeface="Verdana"/>
                <a:cs typeface="Verdana"/>
              </a:rPr>
              <a:t>il</a:t>
            </a:r>
            <a:r>
              <a:rPr dirty="0" sz="1300" spc="95">
                <a:solidFill>
                  <a:srgbClr val="BF0000"/>
                </a:solidFill>
                <a:latin typeface="Verdana"/>
                <a:cs typeface="Verdana"/>
              </a:rPr>
              <a:t>s</a:t>
            </a:r>
            <a:r>
              <a:rPr dirty="0" sz="1300" spc="16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40">
                <a:latin typeface="Verdana"/>
                <a:cs typeface="Verdana"/>
              </a:rPr>
              <a:t>o</a:t>
            </a:r>
            <a:r>
              <a:rPr dirty="0" sz="1300" spc="-1295">
                <a:latin typeface="Verdana"/>
                <a:cs typeface="Verdana"/>
              </a:rPr>
              <a:t>f</a:t>
            </a:r>
            <a:r>
              <a:rPr dirty="0" sz="1300" spc="40">
                <a:solidFill>
                  <a:srgbClr val="BF0000"/>
                </a:solidFill>
                <a:latin typeface="Verdana"/>
                <a:cs typeface="Verdana"/>
              </a:rPr>
              <a:t>o</a:t>
            </a:r>
            <a:r>
              <a:rPr dirty="0" sz="1300" spc="45">
                <a:solidFill>
                  <a:srgbClr val="BF0000"/>
                </a:solidFill>
                <a:latin typeface="Verdana"/>
                <a:cs typeface="Verdana"/>
              </a:rPr>
              <a:t>f</a:t>
            </a:r>
            <a:r>
              <a:rPr dirty="0" sz="1300" spc="155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y</a:t>
            </a:r>
            <a:r>
              <a:rPr dirty="0" sz="1300" spc="30">
                <a:latin typeface="Verdana"/>
                <a:cs typeface="Verdana"/>
              </a:rPr>
              <a:t>ou</a:t>
            </a:r>
            <a:r>
              <a:rPr dirty="0" sz="1300" spc="-3030">
                <a:latin typeface="Verdana"/>
                <a:cs typeface="Verdana"/>
              </a:rPr>
              <a:t>r</a:t>
            </a:r>
            <a:r>
              <a:rPr dirty="0" sz="1300">
                <a:solidFill>
                  <a:srgbClr val="BF0000"/>
                </a:solidFill>
                <a:latin typeface="Verdana"/>
                <a:cs typeface="Verdana"/>
              </a:rPr>
              <a:t>y</a:t>
            </a:r>
            <a:r>
              <a:rPr dirty="0" sz="1300" spc="30">
                <a:solidFill>
                  <a:srgbClr val="BF0000"/>
                </a:solidFill>
                <a:latin typeface="Verdana"/>
                <a:cs typeface="Verdana"/>
              </a:rPr>
              <a:t>ou</a:t>
            </a:r>
            <a:r>
              <a:rPr dirty="0" sz="1300" spc="35">
                <a:solidFill>
                  <a:srgbClr val="BF0000"/>
                </a:solidFill>
                <a:latin typeface="Verdana"/>
                <a:cs typeface="Verdana"/>
              </a:rPr>
              <a:t>r</a:t>
            </a:r>
            <a:r>
              <a:rPr dirty="0" sz="1300" spc="16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50">
                <a:latin typeface="Verdana"/>
                <a:cs typeface="Verdana"/>
              </a:rPr>
              <a:t>i</a:t>
            </a:r>
            <a:r>
              <a:rPr dirty="0" sz="1300" spc="15">
                <a:latin typeface="Verdana"/>
                <a:cs typeface="Verdana"/>
              </a:rPr>
              <a:t>d</a:t>
            </a:r>
            <a:r>
              <a:rPr dirty="0" sz="1300" spc="10">
                <a:latin typeface="Verdana"/>
                <a:cs typeface="Verdana"/>
              </a:rPr>
              <a:t>e</a:t>
            </a:r>
            <a:r>
              <a:rPr dirty="0" sz="1300" spc="-2845">
                <a:latin typeface="Verdana"/>
                <a:cs typeface="Verdana"/>
              </a:rPr>
              <a:t>a</a:t>
            </a:r>
            <a:r>
              <a:rPr dirty="0" sz="1300" spc="50">
                <a:solidFill>
                  <a:srgbClr val="BF0000"/>
                </a:solidFill>
                <a:latin typeface="Verdana"/>
                <a:cs typeface="Verdana"/>
              </a:rPr>
              <a:t>i</a:t>
            </a:r>
            <a:r>
              <a:rPr dirty="0" sz="1300" spc="15">
                <a:solidFill>
                  <a:srgbClr val="BF0000"/>
                </a:solidFill>
                <a:latin typeface="Verdana"/>
                <a:cs typeface="Verdana"/>
              </a:rPr>
              <a:t>d</a:t>
            </a:r>
            <a:r>
              <a:rPr dirty="0" sz="1300" spc="10">
                <a:solidFill>
                  <a:srgbClr val="BF0000"/>
                </a:solidFill>
                <a:latin typeface="Verdana"/>
                <a:cs typeface="Verdana"/>
              </a:rPr>
              <a:t>e</a:t>
            </a:r>
            <a:r>
              <a:rPr dirty="0" sz="1300" spc="-10">
                <a:solidFill>
                  <a:srgbClr val="BF0000"/>
                </a:solidFill>
                <a:latin typeface="Verdana"/>
                <a:cs typeface="Verdana"/>
              </a:rPr>
              <a:t>a</a:t>
            </a:r>
            <a:r>
              <a:rPr dirty="0" sz="1300" spc="16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50">
                <a:latin typeface="Verdana"/>
                <a:cs typeface="Verdana"/>
              </a:rPr>
              <a:t>o</a:t>
            </a:r>
            <a:r>
              <a:rPr dirty="0" sz="1300" spc="-1675">
                <a:latin typeface="Verdana"/>
                <a:cs typeface="Verdana"/>
              </a:rPr>
              <a:t>n</a:t>
            </a:r>
            <a:r>
              <a:rPr dirty="0" sz="1300" spc="50">
                <a:solidFill>
                  <a:srgbClr val="BF0000"/>
                </a:solidFill>
                <a:latin typeface="Verdana"/>
                <a:cs typeface="Verdana"/>
              </a:rPr>
              <a:t>o</a:t>
            </a:r>
            <a:r>
              <a:rPr dirty="0" sz="1300" spc="55">
                <a:solidFill>
                  <a:srgbClr val="BF0000"/>
                </a:solidFill>
                <a:latin typeface="Verdana"/>
                <a:cs typeface="Verdana"/>
              </a:rPr>
              <a:t>n</a:t>
            </a:r>
            <a:r>
              <a:rPr dirty="0" sz="1300" spc="16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55">
                <a:latin typeface="Verdana"/>
                <a:cs typeface="Verdana"/>
              </a:rPr>
              <a:t>S</a:t>
            </a:r>
            <a:r>
              <a:rPr dirty="0" sz="1300" spc="-175">
                <a:latin typeface="Verdana"/>
                <a:cs typeface="Verdana"/>
              </a:rPr>
              <a:t>I</a:t>
            </a:r>
            <a:r>
              <a:rPr dirty="0" sz="1300" spc="-2325">
                <a:latin typeface="Verdana"/>
                <a:cs typeface="Verdana"/>
              </a:rPr>
              <a:t>H</a:t>
            </a:r>
            <a:r>
              <a:rPr dirty="0" sz="1300" spc="55">
                <a:solidFill>
                  <a:srgbClr val="BF0000"/>
                </a:solidFill>
                <a:latin typeface="Verdana"/>
                <a:cs typeface="Verdana"/>
              </a:rPr>
              <a:t>S</a:t>
            </a:r>
            <a:r>
              <a:rPr dirty="0" sz="1300" spc="-175">
                <a:solidFill>
                  <a:srgbClr val="BF0000"/>
                </a:solidFill>
                <a:latin typeface="Verdana"/>
                <a:cs typeface="Verdana"/>
              </a:rPr>
              <a:t>I</a:t>
            </a:r>
            <a:r>
              <a:rPr dirty="0" sz="1300" spc="45">
                <a:solidFill>
                  <a:srgbClr val="BF0000"/>
                </a:solidFill>
                <a:latin typeface="Verdana"/>
                <a:cs typeface="Verdana"/>
              </a:rPr>
              <a:t>H</a:t>
            </a:r>
            <a:r>
              <a:rPr dirty="0" sz="1300" spc="4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dirty="0" sz="1300" spc="45">
                <a:latin typeface="Verdana"/>
                <a:cs typeface="Verdana"/>
              </a:rPr>
              <a:t>por</a:t>
            </a:r>
            <a:r>
              <a:rPr dirty="0" sz="1300" spc="-40">
                <a:latin typeface="Verdana"/>
                <a:cs typeface="Verdana"/>
              </a:rPr>
              <a:t>t</a:t>
            </a:r>
            <a:r>
              <a:rPr dirty="0" sz="1300" spc="5">
                <a:latin typeface="Verdana"/>
                <a:cs typeface="Verdana"/>
              </a:rPr>
              <a:t>a</a:t>
            </a:r>
            <a:r>
              <a:rPr dirty="0" sz="1300" spc="55">
                <a:latin typeface="Verdana"/>
                <a:cs typeface="Verdana"/>
              </a:rPr>
              <a:t>l</a:t>
            </a:r>
            <a:r>
              <a:rPr dirty="0" sz="1300" spc="-4390">
                <a:latin typeface="Verdana"/>
                <a:cs typeface="Verdana"/>
              </a:rPr>
              <a:t>.</a:t>
            </a:r>
            <a:r>
              <a:rPr dirty="0" sz="1300" spc="45">
                <a:solidFill>
                  <a:srgbClr val="BF0000"/>
                </a:solidFill>
                <a:latin typeface="Verdana"/>
                <a:cs typeface="Verdana"/>
              </a:rPr>
              <a:t>por</a:t>
            </a:r>
            <a:r>
              <a:rPr dirty="0" sz="1300" spc="-40">
                <a:solidFill>
                  <a:srgbClr val="BF0000"/>
                </a:solidFill>
                <a:latin typeface="Verdana"/>
                <a:cs typeface="Verdana"/>
              </a:rPr>
              <a:t>t</a:t>
            </a:r>
            <a:r>
              <a:rPr dirty="0" sz="1300" spc="5">
                <a:solidFill>
                  <a:srgbClr val="BF0000"/>
                </a:solidFill>
                <a:latin typeface="Verdana"/>
                <a:cs typeface="Verdana"/>
              </a:rPr>
              <a:t>a</a:t>
            </a:r>
            <a:r>
              <a:rPr dirty="0" sz="1300" spc="55">
                <a:solidFill>
                  <a:srgbClr val="BF0000"/>
                </a:solidFill>
                <a:latin typeface="Verdana"/>
                <a:cs typeface="Verdana"/>
              </a:rPr>
              <a:t>l</a:t>
            </a:r>
            <a:r>
              <a:rPr dirty="0" sz="1300" spc="-70">
                <a:solidFill>
                  <a:srgbClr val="BF0000"/>
                </a:solidFill>
                <a:latin typeface="Verdana"/>
                <a:cs typeface="Verdana"/>
              </a:rPr>
              <a:t>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Verdana"/>
              <a:cs typeface="Verdana"/>
            </a:endParaRPr>
          </a:p>
          <a:p>
            <a:pPr marL="3864610">
              <a:lnSpc>
                <a:spcPts val="1130"/>
              </a:lnSpc>
            </a:pPr>
            <a:r>
              <a:rPr dirty="0" sz="800" spc="-520">
                <a:latin typeface="Lucida Sans Unicode"/>
                <a:cs typeface="Lucida Sans Unicode"/>
              </a:rPr>
              <a:t>7</a:t>
            </a:r>
            <a:r>
              <a:rPr dirty="0" sz="800" spc="-38005">
                <a:solidFill>
                  <a:srgbClr val="AAAAAA"/>
                </a:solidFill>
                <a:latin typeface="Lucida Sans Unicode"/>
                <a:cs typeface="Lucida Sans Unicode"/>
              </a:rPr>
              <a:t>7</a:t>
            </a:r>
            <a:r>
              <a:rPr dirty="0" sz="950" spc="15">
                <a:latin typeface="Calibri"/>
                <a:cs typeface="Calibri"/>
              </a:rPr>
              <a:t>@</a:t>
            </a:r>
            <a:r>
              <a:rPr dirty="0" sz="950" spc="-10">
                <a:latin typeface="Calibri"/>
                <a:cs typeface="Calibri"/>
              </a:rPr>
              <a:t>S</a:t>
            </a:r>
            <a:r>
              <a:rPr dirty="0" sz="950" spc="-40">
                <a:latin typeface="Calibri"/>
                <a:cs typeface="Calibri"/>
              </a:rPr>
              <a:t>I</a:t>
            </a:r>
            <a:r>
              <a:rPr dirty="0" sz="950" spc="-65">
                <a:latin typeface="Calibri"/>
                <a:cs typeface="Calibri"/>
              </a:rPr>
              <a:t>H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65">
                <a:latin typeface="Calibri"/>
                <a:cs typeface="Calibri"/>
              </a:rPr>
              <a:t>Idea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60">
                <a:latin typeface="Calibri"/>
                <a:cs typeface="Calibri"/>
              </a:rPr>
              <a:t>submission-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 spc="-95">
                <a:latin typeface="Calibri"/>
                <a:cs typeface="Calibri"/>
              </a:rPr>
              <a:t>T</a:t>
            </a:r>
            <a:r>
              <a:rPr dirty="0" sz="950" spc="-85">
                <a:latin typeface="Calibri"/>
                <a:cs typeface="Calibri"/>
              </a:rPr>
              <a:t>e</a:t>
            </a:r>
            <a:r>
              <a:rPr dirty="0" sz="950" spc="-110">
                <a:latin typeface="Calibri"/>
                <a:cs typeface="Calibri"/>
              </a:rPr>
              <a:t>m</a:t>
            </a:r>
            <a:r>
              <a:rPr dirty="0" sz="950" spc="-85">
                <a:latin typeface="Calibri"/>
                <a:cs typeface="Calibri"/>
              </a:rPr>
              <a:t>p</a:t>
            </a:r>
            <a:r>
              <a:rPr dirty="0" sz="950" spc="-35">
                <a:latin typeface="Calibri"/>
                <a:cs typeface="Calibri"/>
              </a:rPr>
              <a:t>l</a:t>
            </a:r>
            <a:r>
              <a:rPr dirty="0" sz="950" spc="-85">
                <a:latin typeface="Calibri"/>
                <a:cs typeface="Calibri"/>
              </a:rPr>
              <a:t>a</a:t>
            </a:r>
            <a:r>
              <a:rPr dirty="0" sz="950" spc="-60">
                <a:latin typeface="Calibri"/>
                <a:cs typeface="Calibri"/>
              </a:rPr>
              <a:t>t</a:t>
            </a:r>
            <a:r>
              <a:rPr dirty="0" sz="950" spc="-11275">
                <a:latin typeface="Calibri"/>
                <a:cs typeface="Calibri"/>
              </a:rPr>
              <a:t>e</a:t>
            </a:r>
            <a:r>
              <a:rPr dirty="0" sz="950" spc="25">
                <a:solidFill>
                  <a:srgbClr val="AAAAAA"/>
                </a:solidFill>
                <a:latin typeface="Calibri"/>
                <a:cs typeface="Calibri"/>
              </a:rPr>
              <a:t>@</a:t>
            </a:r>
            <a:r>
              <a:rPr dirty="0" sz="950" spc="-5">
                <a:solidFill>
                  <a:srgbClr val="AAAAAA"/>
                </a:solidFill>
                <a:latin typeface="Calibri"/>
                <a:cs typeface="Calibri"/>
              </a:rPr>
              <a:t>S</a:t>
            </a:r>
            <a:r>
              <a:rPr dirty="0" sz="950" spc="-40">
                <a:solidFill>
                  <a:srgbClr val="AAAAAA"/>
                </a:solidFill>
                <a:latin typeface="Calibri"/>
                <a:cs typeface="Calibri"/>
              </a:rPr>
              <a:t>I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H</a:t>
            </a:r>
            <a:r>
              <a:rPr dirty="0" sz="95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5">
                <a:solidFill>
                  <a:srgbClr val="AAAAAA"/>
                </a:solidFill>
                <a:latin typeface="Calibri"/>
                <a:cs typeface="Calibri"/>
              </a:rPr>
              <a:t>Idea</a:t>
            </a:r>
            <a:r>
              <a:rPr dirty="0" sz="950" spc="-1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950" spc="-60">
                <a:solidFill>
                  <a:srgbClr val="AAAAAA"/>
                </a:solidFill>
                <a:latin typeface="Calibri"/>
                <a:cs typeface="Calibri"/>
              </a:rPr>
              <a:t>submission-</a:t>
            </a:r>
            <a:r>
              <a:rPr dirty="0" sz="950" spc="-10">
                <a:solidFill>
                  <a:srgbClr val="AAAAAA"/>
                </a:solidFill>
                <a:latin typeface="Calibri"/>
                <a:cs typeface="Calibri"/>
              </a:rPr>
              <a:t> Template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0"/>
              </a:lnSpc>
            </a:pPr>
            <a:r>
              <a:rPr dirty="0" sz="900" spc="175">
                <a:latin typeface="Lucida Sans Unicode"/>
                <a:cs typeface="Lucida Sans Unicode"/>
              </a:rPr>
              <a:t>R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0"/>
              <a:t>j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z="900" spc="210">
                <a:latin typeface="Lucida Sans Unicode"/>
                <a:cs typeface="Lucida Sans Unicode"/>
              </a:rPr>
              <a:t>c</a:t>
            </a:r>
            <a:r>
              <a:rPr dirty="0" spc="160"/>
              <a:t>t</a:t>
            </a:r>
            <a:r>
              <a:rPr dirty="0" spc="-105"/>
              <a:t> </a:t>
            </a:r>
            <a:r>
              <a:rPr dirty="0" sz="900" spc="155">
                <a:latin typeface="Lucida Sans Unicode"/>
                <a:cs typeface="Lucida Sans Unicode"/>
              </a:rPr>
              <a:t>N</a:t>
            </a:r>
            <a:r>
              <a:rPr dirty="0" spc="60"/>
              <a:t>o</a:t>
            </a:r>
            <a:r>
              <a:rPr dirty="0" spc="55"/>
              <a:t>n</a:t>
            </a:r>
            <a:r>
              <a:rPr dirty="0" sz="150" spc="270">
                <a:latin typeface="Ebrima"/>
                <a:cs typeface="Ebrima"/>
              </a:rPr>
              <a:t>-</a:t>
            </a:r>
            <a:r>
              <a:rPr dirty="0" sz="900" spc="110">
                <a:latin typeface="Lucida Sans Unicode"/>
                <a:cs typeface="Lucida Sans Unicode"/>
              </a:rPr>
              <a:t>E</a:t>
            </a:r>
            <a:r>
              <a:rPr dirty="0" spc="50"/>
              <a:t>ss</a:t>
            </a:r>
            <a:r>
              <a:rPr dirty="0" sz="900" spc="170">
                <a:latin typeface="Lucida Sans Unicode"/>
                <a:cs typeface="Lucida Sans Unicode"/>
              </a:rPr>
              <a:t>e</a:t>
            </a:r>
            <a:r>
              <a:rPr dirty="0" spc="55"/>
              <a:t>n</a:t>
            </a:r>
            <a:r>
              <a:rPr dirty="0" spc="135"/>
              <a:t>t</a:t>
            </a:r>
            <a:r>
              <a:rPr dirty="0" sz="900" spc="35">
                <a:latin typeface="Lucida Sans Unicode"/>
                <a:cs typeface="Lucida Sans Unicode"/>
              </a:rPr>
              <a:t>i</a:t>
            </a:r>
            <a:r>
              <a:rPr dirty="0" sz="900" spc="100">
                <a:latin typeface="Lucida Sans Unicode"/>
                <a:cs typeface="Lucida Sans Unicode"/>
              </a:rPr>
              <a:t>a</a:t>
            </a:r>
            <a:r>
              <a:rPr dirty="0" spc="45"/>
              <a:t>l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2025-10-29T13:39:57Z</dcterms:created>
  <dcterms:modified xsi:type="dcterms:W3CDTF">2025-10-29T13:39:57Z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2025-08-30T00:00:00Z</vt:filetime>
  </property>
  <property fmtid="{D5CDD505-2E9C-101B-9397-08002B2CF9AE}" pid="3" name="LastSaved">
    <vt:filetime>2025-10-29T00:00:00Z</vt:filetime>
  </property>
</Properties>
</file>